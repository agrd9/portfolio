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62" r:id="rId9"/>
    <p:sldId id="263" r:id="rId10"/>
    <p:sldId id="264" r:id="rId11"/>
    <p:sldId id="265" r:id="rId12"/>
    <p:sldId id="275" r:id="rId13"/>
    <p:sldId id="266" r:id="rId14"/>
    <p:sldId id="267" r:id="rId15"/>
    <p:sldId id="268" r:id="rId16"/>
    <p:sldId id="269" r:id="rId17"/>
    <p:sldId id="276" r:id="rId18"/>
    <p:sldId id="270" r:id="rId19"/>
    <p:sldId id="271" r:id="rId20"/>
    <p:sldId id="272" r:id="rId21"/>
    <p:sldId id="277" r:id="rId22"/>
    <p:sldId id="273" r:id="rId2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A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516828-65AF-C99F-5ADE-B128EA9782E4}" v="356" dt="2025-12-29T23:49:23.4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4" Type="http://schemas.openxmlformats.org/officeDocument/2006/relationships/image" Target="../media/image34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4" Type="http://schemas.openxmlformats.org/officeDocument/2006/relationships/image" Target="../media/image34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C364DC-0EC1-4A61-84E6-3A27DD0E17B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B5F40CD-BFF4-4464-B4E0-A36CC2C748A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La communication est un élément clé dans la valorisation d’un projet technique.</a:t>
          </a:r>
        </a:p>
      </dgm:t>
    </dgm:pt>
    <dgm:pt modelId="{F46F64C0-E441-40C6-8D3F-7EF7D9818DB7}" type="parTrans" cxnId="{CB0DD4C7-491A-4A71-9BAE-45D037CC7150}">
      <dgm:prSet/>
      <dgm:spPr/>
      <dgm:t>
        <a:bodyPr/>
        <a:lstStyle/>
        <a:p>
          <a:endParaRPr lang="en-US"/>
        </a:p>
      </dgm:t>
    </dgm:pt>
    <dgm:pt modelId="{43A6A313-5E57-45FC-BEB4-A887C97AE7A0}" type="sibTrans" cxnId="{CB0DD4C7-491A-4A71-9BAE-45D037CC7150}">
      <dgm:prSet/>
      <dgm:spPr/>
      <dgm:t>
        <a:bodyPr/>
        <a:lstStyle/>
        <a:p>
          <a:endParaRPr lang="en-US"/>
        </a:p>
      </dgm:t>
    </dgm:pt>
    <dgm:pt modelId="{866EE6BB-41DC-42F1-A184-FE19589E5AD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Un bon contenu mal communiqué perd de son impact.</a:t>
          </a:r>
        </a:p>
      </dgm:t>
    </dgm:pt>
    <dgm:pt modelId="{F1B6D22E-BCC7-48E3-B3A9-62F9695AAF43}" type="parTrans" cxnId="{106783A9-CA73-4FF9-B520-89AA2C78F8F0}">
      <dgm:prSet/>
      <dgm:spPr/>
      <dgm:t>
        <a:bodyPr/>
        <a:lstStyle/>
        <a:p>
          <a:endParaRPr lang="en-US"/>
        </a:p>
      </dgm:t>
    </dgm:pt>
    <dgm:pt modelId="{03604747-5D97-4BDC-864A-F08E043E91BA}" type="sibTrans" cxnId="{106783A9-CA73-4FF9-B520-89AA2C78F8F0}">
      <dgm:prSet/>
      <dgm:spPr/>
      <dgm:t>
        <a:bodyPr/>
        <a:lstStyle/>
        <a:p>
          <a:endParaRPr lang="en-US"/>
        </a:p>
      </dgm:t>
    </dgm:pt>
    <dgm:pt modelId="{5588D16E-CB89-478F-AC7D-839A601BB38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L’objectif de ce travail est d’analyser, avec un regard extérieur, la communication de trois anciens étudiants EPHEC.</a:t>
          </a:r>
        </a:p>
      </dgm:t>
    </dgm:pt>
    <dgm:pt modelId="{82414EDD-FF84-4CDB-89F8-6D300336EC7A}" type="parTrans" cxnId="{D817CF14-BBE9-44D5-9765-CC701EDC10AA}">
      <dgm:prSet/>
      <dgm:spPr/>
      <dgm:t>
        <a:bodyPr/>
        <a:lstStyle/>
        <a:p>
          <a:endParaRPr lang="en-US"/>
        </a:p>
      </dgm:t>
    </dgm:pt>
    <dgm:pt modelId="{EC542D30-CADF-4592-ABB7-31A3540D3BF7}" type="sibTrans" cxnId="{D817CF14-BBE9-44D5-9765-CC701EDC10AA}">
      <dgm:prSet/>
      <dgm:spPr/>
      <dgm:t>
        <a:bodyPr/>
        <a:lstStyle/>
        <a:p>
          <a:endParaRPr lang="en-US"/>
        </a:p>
      </dgm:t>
    </dgm:pt>
    <dgm:pt modelId="{CA31D034-EB1A-4D34-8C24-2F2A3A5D7BCB}" type="pres">
      <dgm:prSet presAssocID="{09C364DC-0EC1-4A61-84E6-3A27DD0E17B9}" presName="root" presStyleCnt="0">
        <dgm:presLayoutVars>
          <dgm:dir/>
          <dgm:resizeHandles val="exact"/>
        </dgm:presLayoutVars>
      </dgm:prSet>
      <dgm:spPr/>
    </dgm:pt>
    <dgm:pt modelId="{6361B63E-5D21-4988-BD53-850A6C813B0E}" type="pres">
      <dgm:prSet presAssocID="{CB5F40CD-BFF4-4464-B4E0-A36CC2C748AB}" presName="compNode" presStyleCnt="0"/>
      <dgm:spPr/>
    </dgm:pt>
    <dgm:pt modelId="{ACA69FA8-0938-4F61-99B0-2063FB5C84BE}" type="pres">
      <dgm:prSet presAssocID="{CB5F40CD-BFF4-4464-B4E0-A36CC2C748AB}" presName="iconBgRect" presStyleLbl="bgShp" presStyleIdx="0" presStyleCnt="3"/>
      <dgm:spPr/>
    </dgm:pt>
    <dgm:pt modelId="{BD4A8F64-91A3-409E-9DC8-4201D0D15A83}" type="pres">
      <dgm:prSet presAssocID="{CB5F40CD-BFF4-4464-B4E0-A36CC2C748A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C23E28F2-E3B3-40DA-9E8F-7E47F99581DC}" type="pres">
      <dgm:prSet presAssocID="{CB5F40CD-BFF4-4464-B4E0-A36CC2C748AB}" presName="spaceRect" presStyleCnt="0"/>
      <dgm:spPr/>
    </dgm:pt>
    <dgm:pt modelId="{755B775E-BEFB-4137-80B3-326B16F9BC1B}" type="pres">
      <dgm:prSet presAssocID="{CB5F40CD-BFF4-4464-B4E0-A36CC2C748AB}" presName="textRect" presStyleLbl="revTx" presStyleIdx="0" presStyleCnt="3">
        <dgm:presLayoutVars>
          <dgm:chMax val="1"/>
          <dgm:chPref val="1"/>
        </dgm:presLayoutVars>
      </dgm:prSet>
      <dgm:spPr/>
    </dgm:pt>
    <dgm:pt modelId="{62E6C582-06F2-4DDE-8C14-160330AE5EE3}" type="pres">
      <dgm:prSet presAssocID="{43A6A313-5E57-45FC-BEB4-A887C97AE7A0}" presName="sibTrans" presStyleCnt="0"/>
      <dgm:spPr/>
    </dgm:pt>
    <dgm:pt modelId="{972DF9A2-1928-4041-9D35-99C17DC8DE83}" type="pres">
      <dgm:prSet presAssocID="{866EE6BB-41DC-42F1-A184-FE19589E5AD0}" presName="compNode" presStyleCnt="0"/>
      <dgm:spPr/>
    </dgm:pt>
    <dgm:pt modelId="{D0BC9326-0023-40AA-838D-ECFCD4082B71}" type="pres">
      <dgm:prSet presAssocID="{866EE6BB-41DC-42F1-A184-FE19589E5AD0}" presName="iconBgRect" presStyleLbl="bgShp" presStyleIdx="1" presStyleCnt="3"/>
      <dgm:spPr/>
    </dgm:pt>
    <dgm:pt modelId="{3E1741C5-C6EC-44D1-8DB6-407C2F718A85}" type="pres">
      <dgm:prSet presAssocID="{866EE6BB-41DC-42F1-A184-FE19589E5AD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d Face with No Fill"/>
        </a:ext>
      </dgm:extLst>
    </dgm:pt>
    <dgm:pt modelId="{D7F3C3DC-1D9C-46C7-B4E6-FB9719ED2DFA}" type="pres">
      <dgm:prSet presAssocID="{866EE6BB-41DC-42F1-A184-FE19589E5AD0}" presName="spaceRect" presStyleCnt="0"/>
      <dgm:spPr/>
    </dgm:pt>
    <dgm:pt modelId="{5FC1002D-51F7-4DCB-81A6-65582958B65E}" type="pres">
      <dgm:prSet presAssocID="{866EE6BB-41DC-42F1-A184-FE19589E5AD0}" presName="textRect" presStyleLbl="revTx" presStyleIdx="1" presStyleCnt="3">
        <dgm:presLayoutVars>
          <dgm:chMax val="1"/>
          <dgm:chPref val="1"/>
        </dgm:presLayoutVars>
      </dgm:prSet>
      <dgm:spPr/>
    </dgm:pt>
    <dgm:pt modelId="{962D991D-9C9A-49B2-9C52-30F4B43793FE}" type="pres">
      <dgm:prSet presAssocID="{03604747-5D97-4BDC-864A-F08E043E91BA}" presName="sibTrans" presStyleCnt="0"/>
      <dgm:spPr/>
    </dgm:pt>
    <dgm:pt modelId="{0B3C7146-E18B-44F7-96D1-85E8DE0C6040}" type="pres">
      <dgm:prSet presAssocID="{5588D16E-CB89-478F-AC7D-839A601BB38E}" presName="compNode" presStyleCnt="0"/>
      <dgm:spPr/>
    </dgm:pt>
    <dgm:pt modelId="{974D06AC-85D4-48C3-85B1-892A4A36A963}" type="pres">
      <dgm:prSet presAssocID="{5588D16E-CB89-478F-AC7D-839A601BB38E}" presName="iconBgRect" presStyleLbl="bgShp" presStyleIdx="2" presStyleCnt="3"/>
      <dgm:spPr/>
    </dgm:pt>
    <dgm:pt modelId="{7E316D67-60F5-472E-98B0-7F7DD5FA8A7A}" type="pres">
      <dgm:prSet presAssocID="{5588D16E-CB89-478F-AC7D-839A601BB38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Œil"/>
        </a:ext>
      </dgm:extLst>
    </dgm:pt>
    <dgm:pt modelId="{6BE931DF-6CAF-43F1-8A79-43B99EB5C185}" type="pres">
      <dgm:prSet presAssocID="{5588D16E-CB89-478F-AC7D-839A601BB38E}" presName="spaceRect" presStyleCnt="0"/>
      <dgm:spPr/>
    </dgm:pt>
    <dgm:pt modelId="{754FBE7D-6137-4FF4-8DF8-23FC4A09A54C}" type="pres">
      <dgm:prSet presAssocID="{5588D16E-CB89-478F-AC7D-839A601BB38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DE9A404-B862-462C-A299-723B603DACB9}" type="presOf" srcId="{5588D16E-CB89-478F-AC7D-839A601BB38E}" destId="{754FBE7D-6137-4FF4-8DF8-23FC4A09A54C}" srcOrd="0" destOrd="0" presId="urn:microsoft.com/office/officeart/2018/5/layout/IconCircleLabelList"/>
    <dgm:cxn modelId="{D817CF14-BBE9-44D5-9765-CC701EDC10AA}" srcId="{09C364DC-0EC1-4A61-84E6-3A27DD0E17B9}" destId="{5588D16E-CB89-478F-AC7D-839A601BB38E}" srcOrd="2" destOrd="0" parTransId="{82414EDD-FF84-4CDB-89F8-6D300336EC7A}" sibTransId="{EC542D30-CADF-4592-ABB7-31A3540D3BF7}"/>
    <dgm:cxn modelId="{28B68C81-1001-41A8-BF40-FB003B915267}" type="presOf" srcId="{CB5F40CD-BFF4-4464-B4E0-A36CC2C748AB}" destId="{755B775E-BEFB-4137-80B3-326B16F9BC1B}" srcOrd="0" destOrd="0" presId="urn:microsoft.com/office/officeart/2018/5/layout/IconCircleLabelList"/>
    <dgm:cxn modelId="{2BEF489F-042D-4189-97E6-063CA2F9558C}" type="presOf" srcId="{866EE6BB-41DC-42F1-A184-FE19589E5AD0}" destId="{5FC1002D-51F7-4DCB-81A6-65582958B65E}" srcOrd="0" destOrd="0" presId="urn:microsoft.com/office/officeart/2018/5/layout/IconCircleLabelList"/>
    <dgm:cxn modelId="{106783A9-CA73-4FF9-B520-89AA2C78F8F0}" srcId="{09C364DC-0EC1-4A61-84E6-3A27DD0E17B9}" destId="{866EE6BB-41DC-42F1-A184-FE19589E5AD0}" srcOrd="1" destOrd="0" parTransId="{F1B6D22E-BCC7-48E3-B3A9-62F9695AAF43}" sibTransId="{03604747-5D97-4BDC-864A-F08E043E91BA}"/>
    <dgm:cxn modelId="{296FE8C1-5675-4A09-AC0D-37791877A41C}" type="presOf" srcId="{09C364DC-0EC1-4A61-84E6-3A27DD0E17B9}" destId="{CA31D034-EB1A-4D34-8C24-2F2A3A5D7BCB}" srcOrd="0" destOrd="0" presId="urn:microsoft.com/office/officeart/2018/5/layout/IconCircleLabelList"/>
    <dgm:cxn modelId="{CB0DD4C7-491A-4A71-9BAE-45D037CC7150}" srcId="{09C364DC-0EC1-4A61-84E6-3A27DD0E17B9}" destId="{CB5F40CD-BFF4-4464-B4E0-A36CC2C748AB}" srcOrd="0" destOrd="0" parTransId="{F46F64C0-E441-40C6-8D3F-7EF7D9818DB7}" sibTransId="{43A6A313-5E57-45FC-BEB4-A887C97AE7A0}"/>
    <dgm:cxn modelId="{878F569F-DD56-48B8-8E3C-DB5EF52270FB}" type="presParOf" srcId="{CA31D034-EB1A-4D34-8C24-2F2A3A5D7BCB}" destId="{6361B63E-5D21-4988-BD53-850A6C813B0E}" srcOrd="0" destOrd="0" presId="urn:microsoft.com/office/officeart/2018/5/layout/IconCircleLabelList"/>
    <dgm:cxn modelId="{025E74F2-9B30-435C-AE48-F75EBA6183DF}" type="presParOf" srcId="{6361B63E-5D21-4988-BD53-850A6C813B0E}" destId="{ACA69FA8-0938-4F61-99B0-2063FB5C84BE}" srcOrd="0" destOrd="0" presId="urn:microsoft.com/office/officeart/2018/5/layout/IconCircleLabelList"/>
    <dgm:cxn modelId="{7138C435-8B01-4EA6-9E1C-5D6426A45727}" type="presParOf" srcId="{6361B63E-5D21-4988-BD53-850A6C813B0E}" destId="{BD4A8F64-91A3-409E-9DC8-4201D0D15A83}" srcOrd="1" destOrd="0" presId="urn:microsoft.com/office/officeart/2018/5/layout/IconCircleLabelList"/>
    <dgm:cxn modelId="{3DE25530-1806-4401-8C66-12301A5D7818}" type="presParOf" srcId="{6361B63E-5D21-4988-BD53-850A6C813B0E}" destId="{C23E28F2-E3B3-40DA-9E8F-7E47F99581DC}" srcOrd="2" destOrd="0" presId="urn:microsoft.com/office/officeart/2018/5/layout/IconCircleLabelList"/>
    <dgm:cxn modelId="{AE8DBEC6-125A-4EE1-8916-1D44EC121573}" type="presParOf" srcId="{6361B63E-5D21-4988-BD53-850A6C813B0E}" destId="{755B775E-BEFB-4137-80B3-326B16F9BC1B}" srcOrd="3" destOrd="0" presId="urn:microsoft.com/office/officeart/2018/5/layout/IconCircleLabelList"/>
    <dgm:cxn modelId="{C09E5BF2-F9CC-4535-8E90-3D2FFE2D0D79}" type="presParOf" srcId="{CA31D034-EB1A-4D34-8C24-2F2A3A5D7BCB}" destId="{62E6C582-06F2-4DDE-8C14-160330AE5EE3}" srcOrd="1" destOrd="0" presId="urn:microsoft.com/office/officeart/2018/5/layout/IconCircleLabelList"/>
    <dgm:cxn modelId="{3D5C891D-B46C-458D-BBF2-F4A5EED1C1D6}" type="presParOf" srcId="{CA31D034-EB1A-4D34-8C24-2F2A3A5D7BCB}" destId="{972DF9A2-1928-4041-9D35-99C17DC8DE83}" srcOrd="2" destOrd="0" presId="urn:microsoft.com/office/officeart/2018/5/layout/IconCircleLabelList"/>
    <dgm:cxn modelId="{17CB6442-BDCC-4D53-9CCE-18F19B31353B}" type="presParOf" srcId="{972DF9A2-1928-4041-9D35-99C17DC8DE83}" destId="{D0BC9326-0023-40AA-838D-ECFCD4082B71}" srcOrd="0" destOrd="0" presId="urn:microsoft.com/office/officeart/2018/5/layout/IconCircleLabelList"/>
    <dgm:cxn modelId="{523924BD-DF03-432C-81EC-BCB530396453}" type="presParOf" srcId="{972DF9A2-1928-4041-9D35-99C17DC8DE83}" destId="{3E1741C5-C6EC-44D1-8DB6-407C2F718A85}" srcOrd="1" destOrd="0" presId="urn:microsoft.com/office/officeart/2018/5/layout/IconCircleLabelList"/>
    <dgm:cxn modelId="{287A1CA5-7C9A-4E6D-A233-08172FE255FC}" type="presParOf" srcId="{972DF9A2-1928-4041-9D35-99C17DC8DE83}" destId="{D7F3C3DC-1D9C-46C7-B4E6-FB9719ED2DFA}" srcOrd="2" destOrd="0" presId="urn:microsoft.com/office/officeart/2018/5/layout/IconCircleLabelList"/>
    <dgm:cxn modelId="{02EAF81E-80F3-4007-8BA6-17A0A5C8F566}" type="presParOf" srcId="{972DF9A2-1928-4041-9D35-99C17DC8DE83}" destId="{5FC1002D-51F7-4DCB-81A6-65582958B65E}" srcOrd="3" destOrd="0" presId="urn:microsoft.com/office/officeart/2018/5/layout/IconCircleLabelList"/>
    <dgm:cxn modelId="{DC79A447-3907-4FDC-916F-2DDE729BDD59}" type="presParOf" srcId="{CA31D034-EB1A-4D34-8C24-2F2A3A5D7BCB}" destId="{962D991D-9C9A-49B2-9C52-30F4B43793FE}" srcOrd="3" destOrd="0" presId="urn:microsoft.com/office/officeart/2018/5/layout/IconCircleLabelList"/>
    <dgm:cxn modelId="{13C66093-B6AF-4848-A8DA-2ECFC388BA28}" type="presParOf" srcId="{CA31D034-EB1A-4D34-8C24-2F2A3A5D7BCB}" destId="{0B3C7146-E18B-44F7-96D1-85E8DE0C6040}" srcOrd="4" destOrd="0" presId="urn:microsoft.com/office/officeart/2018/5/layout/IconCircleLabelList"/>
    <dgm:cxn modelId="{6D5007D7-7173-4351-B6EB-769DD1A40B01}" type="presParOf" srcId="{0B3C7146-E18B-44F7-96D1-85E8DE0C6040}" destId="{974D06AC-85D4-48C3-85B1-892A4A36A963}" srcOrd="0" destOrd="0" presId="urn:microsoft.com/office/officeart/2018/5/layout/IconCircleLabelList"/>
    <dgm:cxn modelId="{C21C08FF-1BDB-4077-80B2-FC06D4F7D41E}" type="presParOf" srcId="{0B3C7146-E18B-44F7-96D1-85E8DE0C6040}" destId="{7E316D67-60F5-472E-98B0-7F7DD5FA8A7A}" srcOrd="1" destOrd="0" presId="urn:microsoft.com/office/officeart/2018/5/layout/IconCircleLabelList"/>
    <dgm:cxn modelId="{2717BE66-2D76-431D-A6EF-AFFD3B81ED1E}" type="presParOf" srcId="{0B3C7146-E18B-44F7-96D1-85E8DE0C6040}" destId="{6BE931DF-6CAF-43F1-8A79-43B99EB5C185}" srcOrd="2" destOrd="0" presId="urn:microsoft.com/office/officeart/2018/5/layout/IconCircleLabelList"/>
    <dgm:cxn modelId="{8FA70BDC-3CE0-4123-8880-DE8C94AF3B65}" type="presParOf" srcId="{0B3C7146-E18B-44F7-96D1-85E8DE0C6040}" destId="{754FBE7D-6137-4FF4-8DF8-23FC4A09A54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FC19F2-5010-4303-87EB-A75D3C928AF6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C4FCF6C-E944-405D-8E5C-C0BA6D49E7B4}">
      <dgm:prSet/>
      <dgm:spPr/>
      <dgm:t>
        <a:bodyPr/>
        <a:lstStyle/>
        <a:p>
          <a:r>
            <a:rPr lang="en-US" sz="2200" dirty="0"/>
            <a:t>Trois supports </a:t>
          </a:r>
          <a:r>
            <a:rPr lang="en-US" sz="2200" dirty="0" err="1"/>
            <a:t>analysés</a:t>
          </a:r>
          <a:r>
            <a:rPr lang="en-US" sz="2200" dirty="0"/>
            <a:t> :</a:t>
          </a:r>
          <a:endParaRPr lang="en-US" sz="1800" dirty="0"/>
        </a:p>
      </dgm:t>
    </dgm:pt>
    <dgm:pt modelId="{DA794D30-8E60-4676-968F-1C3325646234}" type="parTrans" cxnId="{2A934D1A-8BAF-4E10-AB96-87101AA0498F}">
      <dgm:prSet/>
      <dgm:spPr/>
      <dgm:t>
        <a:bodyPr/>
        <a:lstStyle/>
        <a:p>
          <a:endParaRPr lang="en-US"/>
        </a:p>
      </dgm:t>
    </dgm:pt>
    <dgm:pt modelId="{28831841-AC25-4CC7-BB86-87A2C1A5203D}" type="sibTrans" cxnId="{2A934D1A-8BAF-4E10-AB96-87101AA0498F}">
      <dgm:prSet/>
      <dgm:spPr/>
      <dgm:t>
        <a:bodyPr/>
        <a:lstStyle/>
        <a:p>
          <a:endParaRPr lang="en-US"/>
        </a:p>
      </dgm:t>
    </dgm:pt>
    <dgm:pt modelId="{45AED646-D825-4C94-A4DF-5BCD3C43B892}">
      <dgm:prSet/>
      <dgm:spPr/>
      <dgm:t>
        <a:bodyPr/>
        <a:lstStyle/>
        <a:p>
          <a:r>
            <a:rPr lang="en-US" dirty="0"/>
            <a:t>rapport </a:t>
          </a:r>
          <a:r>
            <a:rPr lang="en-US" dirty="0" err="1"/>
            <a:t>écrit</a:t>
          </a:r>
          <a:r>
            <a:rPr lang="en-US" dirty="0"/>
            <a:t> (TFE)</a:t>
          </a:r>
        </a:p>
      </dgm:t>
    </dgm:pt>
    <dgm:pt modelId="{6A5E7425-3C84-47C3-8D51-8F5005482928}" type="parTrans" cxnId="{D6A9839F-9E10-47C3-B2D2-859758376BD3}">
      <dgm:prSet/>
      <dgm:spPr/>
      <dgm:t>
        <a:bodyPr/>
        <a:lstStyle/>
        <a:p>
          <a:endParaRPr lang="en-US"/>
        </a:p>
      </dgm:t>
    </dgm:pt>
    <dgm:pt modelId="{B1EAAE4B-2B3D-48EA-AE94-6D12BA333231}" type="sibTrans" cxnId="{D6A9839F-9E10-47C3-B2D2-859758376BD3}">
      <dgm:prSet/>
      <dgm:spPr/>
      <dgm:t>
        <a:bodyPr/>
        <a:lstStyle/>
        <a:p>
          <a:endParaRPr lang="en-US"/>
        </a:p>
      </dgm:t>
    </dgm:pt>
    <dgm:pt modelId="{CB541B9C-F8FA-42B6-9251-EA13130E02CD}">
      <dgm:prSet/>
      <dgm:spPr/>
      <dgm:t>
        <a:bodyPr/>
        <a:lstStyle/>
        <a:p>
          <a:r>
            <a:rPr lang="en-US" dirty="0" err="1"/>
            <a:t>présentation</a:t>
          </a:r>
          <a:r>
            <a:rPr lang="en-US" dirty="0"/>
            <a:t> </a:t>
          </a:r>
          <a:r>
            <a:rPr lang="en-US" dirty="0" err="1"/>
            <a:t>orale</a:t>
          </a:r>
          <a:r>
            <a:rPr lang="en-US" dirty="0"/>
            <a:t> / </a:t>
          </a:r>
          <a:r>
            <a:rPr lang="en-US" dirty="0" err="1"/>
            <a:t>visuelle</a:t>
          </a:r>
          <a:endParaRPr lang="en-US" dirty="0"/>
        </a:p>
      </dgm:t>
    </dgm:pt>
    <dgm:pt modelId="{9C9A2CFD-2AEC-48C9-BA03-2D70797B9456}" type="parTrans" cxnId="{110AF808-2485-4387-B5DA-13DE91B1AB5C}">
      <dgm:prSet/>
      <dgm:spPr/>
      <dgm:t>
        <a:bodyPr/>
        <a:lstStyle/>
        <a:p>
          <a:endParaRPr lang="en-US"/>
        </a:p>
      </dgm:t>
    </dgm:pt>
    <dgm:pt modelId="{DA51A02C-D49E-4C28-8EFF-D5CA2CCD8BBA}" type="sibTrans" cxnId="{110AF808-2485-4387-B5DA-13DE91B1AB5C}">
      <dgm:prSet/>
      <dgm:spPr/>
      <dgm:t>
        <a:bodyPr/>
        <a:lstStyle/>
        <a:p>
          <a:endParaRPr lang="en-US"/>
        </a:p>
      </dgm:t>
    </dgm:pt>
    <dgm:pt modelId="{BE3443C7-3E7F-4AF9-8FA8-213E64E6AB54}">
      <dgm:prSet/>
      <dgm:spPr/>
      <dgm:t>
        <a:bodyPr/>
        <a:lstStyle/>
        <a:p>
          <a:r>
            <a:rPr lang="en-US" dirty="0"/>
            <a:t>communication </a:t>
          </a:r>
          <a:r>
            <a:rPr lang="en-US" dirty="0" err="1"/>
            <a:t>globale</a:t>
          </a:r>
          <a:endParaRPr lang="en-US" dirty="0"/>
        </a:p>
      </dgm:t>
    </dgm:pt>
    <dgm:pt modelId="{190929F8-506D-4AD4-B383-E7A7A35CAA68}" type="parTrans" cxnId="{3F7FF69A-79DD-443D-BF2F-6D9ACF08DE54}">
      <dgm:prSet/>
      <dgm:spPr/>
      <dgm:t>
        <a:bodyPr/>
        <a:lstStyle/>
        <a:p>
          <a:endParaRPr lang="en-US"/>
        </a:p>
      </dgm:t>
    </dgm:pt>
    <dgm:pt modelId="{3680156B-2BAD-494F-B449-B0A4FC79A98D}" type="sibTrans" cxnId="{3F7FF69A-79DD-443D-BF2F-6D9ACF08DE54}">
      <dgm:prSet/>
      <dgm:spPr/>
      <dgm:t>
        <a:bodyPr/>
        <a:lstStyle/>
        <a:p>
          <a:endParaRPr lang="en-US"/>
        </a:p>
      </dgm:t>
    </dgm:pt>
    <dgm:pt modelId="{F8D2B6F7-B02C-4EEA-9DC0-ADA331FC0EA5}">
      <dgm:prSet/>
      <dgm:spPr/>
      <dgm:t>
        <a:bodyPr/>
        <a:lstStyle/>
        <a:p>
          <a:r>
            <a:rPr lang="en-US" sz="2200" dirty="0" err="1"/>
            <a:t>Critères</a:t>
          </a:r>
          <a:r>
            <a:rPr lang="en-US" sz="2200" dirty="0"/>
            <a:t> </a:t>
          </a:r>
          <a:r>
            <a:rPr lang="en-US" sz="2200" dirty="0" err="1"/>
            <a:t>d’analyse</a:t>
          </a:r>
          <a:r>
            <a:rPr lang="en-US" sz="2200" dirty="0"/>
            <a:t> :</a:t>
          </a:r>
        </a:p>
      </dgm:t>
    </dgm:pt>
    <dgm:pt modelId="{1B6738B4-D018-4160-8123-8197ACE9B0A1}" type="parTrans" cxnId="{A8D5B0BB-6FD8-4A75-BA94-8F94CCC28474}">
      <dgm:prSet/>
      <dgm:spPr/>
      <dgm:t>
        <a:bodyPr/>
        <a:lstStyle/>
        <a:p>
          <a:endParaRPr lang="en-US"/>
        </a:p>
      </dgm:t>
    </dgm:pt>
    <dgm:pt modelId="{4F0CA6D6-78E4-482B-A283-7BE543ADC368}" type="sibTrans" cxnId="{A8D5B0BB-6FD8-4A75-BA94-8F94CCC28474}">
      <dgm:prSet/>
      <dgm:spPr/>
      <dgm:t>
        <a:bodyPr/>
        <a:lstStyle/>
        <a:p>
          <a:endParaRPr lang="en-US"/>
        </a:p>
      </dgm:t>
    </dgm:pt>
    <dgm:pt modelId="{1F8334CA-647E-40F5-BD3A-7EA17B53D234}">
      <dgm:prSet/>
      <dgm:spPr/>
      <dgm:t>
        <a:bodyPr/>
        <a:lstStyle/>
        <a:p>
          <a:r>
            <a:rPr lang="en-US" dirty="0" err="1"/>
            <a:t>clarté</a:t>
          </a:r>
          <a:r>
            <a:rPr lang="en-US" dirty="0"/>
            <a:t> du message</a:t>
          </a:r>
        </a:p>
      </dgm:t>
    </dgm:pt>
    <dgm:pt modelId="{5F38DAF4-B368-471E-BBBE-543DDA862C4E}" type="parTrans" cxnId="{8287EA52-2B30-46C0-9CFD-9B5C78BD8501}">
      <dgm:prSet/>
      <dgm:spPr/>
      <dgm:t>
        <a:bodyPr/>
        <a:lstStyle/>
        <a:p>
          <a:endParaRPr lang="en-US"/>
        </a:p>
      </dgm:t>
    </dgm:pt>
    <dgm:pt modelId="{394E3A0F-5C4B-4635-805D-1C01275BDBFC}" type="sibTrans" cxnId="{8287EA52-2B30-46C0-9CFD-9B5C78BD8501}">
      <dgm:prSet/>
      <dgm:spPr/>
      <dgm:t>
        <a:bodyPr/>
        <a:lstStyle/>
        <a:p>
          <a:endParaRPr lang="en-US"/>
        </a:p>
      </dgm:t>
    </dgm:pt>
    <dgm:pt modelId="{57C0B671-6B96-4A10-A31F-3035DC1D71BD}">
      <dgm:prSet/>
      <dgm:spPr/>
      <dgm:t>
        <a:bodyPr/>
        <a:lstStyle/>
        <a:p>
          <a:r>
            <a:rPr lang="en-US"/>
            <a:t>structure</a:t>
          </a:r>
        </a:p>
      </dgm:t>
    </dgm:pt>
    <dgm:pt modelId="{AF4AEB06-7322-46B1-B638-4ED24D181927}" type="parTrans" cxnId="{D5597F0E-388F-4472-B174-D153E5CFE8EB}">
      <dgm:prSet/>
      <dgm:spPr/>
      <dgm:t>
        <a:bodyPr/>
        <a:lstStyle/>
        <a:p>
          <a:endParaRPr lang="en-US"/>
        </a:p>
      </dgm:t>
    </dgm:pt>
    <dgm:pt modelId="{A6195351-3632-4E4F-81C5-587DB07BC93E}" type="sibTrans" cxnId="{D5597F0E-388F-4472-B174-D153E5CFE8EB}">
      <dgm:prSet/>
      <dgm:spPr/>
      <dgm:t>
        <a:bodyPr/>
        <a:lstStyle/>
        <a:p>
          <a:endParaRPr lang="en-US"/>
        </a:p>
      </dgm:t>
    </dgm:pt>
    <dgm:pt modelId="{F4197648-EF5C-4992-AA09-BE193375B9DD}">
      <dgm:prSet/>
      <dgm:spPr/>
      <dgm:t>
        <a:bodyPr/>
        <a:lstStyle/>
        <a:p>
          <a:r>
            <a:rPr lang="en-US" dirty="0" err="1"/>
            <a:t>lisibilité</a:t>
          </a:r>
          <a:endParaRPr lang="en-US" dirty="0"/>
        </a:p>
      </dgm:t>
    </dgm:pt>
    <dgm:pt modelId="{96841871-C83D-423C-97EA-2B5CFC76E405}" type="parTrans" cxnId="{8AFB06C2-9668-48C3-BFAC-5C04E4BCA75A}">
      <dgm:prSet/>
      <dgm:spPr/>
      <dgm:t>
        <a:bodyPr/>
        <a:lstStyle/>
        <a:p>
          <a:endParaRPr lang="en-US"/>
        </a:p>
      </dgm:t>
    </dgm:pt>
    <dgm:pt modelId="{1EEB58D9-9F82-48D8-92C6-2A7D0A713C22}" type="sibTrans" cxnId="{8AFB06C2-9668-48C3-BFAC-5C04E4BCA75A}">
      <dgm:prSet/>
      <dgm:spPr/>
      <dgm:t>
        <a:bodyPr/>
        <a:lstStyle/>
        <a:p>
          <a:endParaRPr lang="en-US"/>
        </a:p>
      </dgm:t>
    </dgm:pt>
    <dgm:pt modelId="{1151DEAF-CD62-4966-ADA6-1A0A6DBC7FDB}">
      <dgm:prSet/>
      <dgm:spPr/>
      <dgm:t>
        <a:bodyPr/>
        <a:lstStyle/>
        <a:p>
          <a:r>
            <a:rPr lang="en-US" dirty="0" err="1"/>
            <a:t>professionnalisme</a:t>
          </a:r>
          <a:endParaRPr lang="en-US" dirty="0"/>
        </a:p>
      </dgm:t>
    </dgm:pt>
    <dgm:pt modelId="{A251D76A-6DF4-4E07-8CAD-40B6A0EF3E70}" type="parTrans" cxnId="{B135B016-5363-45E5-85F1-EEE8A9642330}">
      <dgm:prSet/>
      <dgm:spPr/>
      <dgm:t>
        <a:bodyPr/>
        <a:lstStyle/>
        <a:p>
          <a:endParaRPr lang="en-US"/>
        </a:p>
      </dgm:t>
    </dgm:pt>
    <dgm:pt modelId="{D78480EF-67C6-4DE6-AF66-03C2507EB5EA}" type="sibTrans" cxnId="{B135B016-5363-45E5-85F1-EEE8A9642330}">
      <dgm:prSet/>
      <dgm:spPr/>
      <dgm:t>
        <a:bodyPr/>
        <a:lstStyle/>
        <a:p>
          <a:endParaRPr lang="en-US"/>
        </a:p>
      </dgm:t>
    </dgm:pt>
    <dgm:pt modelId="{63A11D8C-0861-4500-95AA-0C5309FD58A8}" type="pres">
      <dgm:prSet presAssocID="{89FC19F2-5010-4303-87EB-A75D3C928AF6}" presName="Name0" presStyleCnt="0">
        <dgm:presLayoutVars>
          <dgm:dir/>
          <dgm:animLvl val="lvl"/>
          <dgm:resizeHandles val="exact"/>
        </dgm:presLayoutVars>
      </dgm:prSet>
      <dgm:spPr/>
    </dgm:pt>
    <dgm:pt modelId="{47A585E4-D3BC-45E9-810A-1AA2FEB96CF0}" type="pres">
      <dgm:prSet presAssocID="{DC4FCF6C-E944-405D-8E5C-C0BA6D49E7B4}" presName="linNode" presStyleCnt="0"/>
      <dgm:spPr/>
    </dgm:pt>
    <dgm:pt modelId="{F04AD7B0-2E0E-4C9F-A4EA-3E7C8B8151CC}" type="pres">
      <dgm:prSet presAssocID="{DC4FCF6C-E944-405D-8E5C-C0BA6D49E7B4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27484D7E-F5D5-4187-A8EB-3197A9EF5D48}" type="pres">
      <dgm:prSet presAssocID="{DC4FCF6C-E944-405D-8E5C-C0BA6D49E7B4}" presName="descendantText" presStyleLbl="alignAccFollowNode1" presStyleIdx="0" presStyleCnt="2">
        <dgm:presLayoutVars>
          <dgm:bulletEnabled val="1"/>
        </dgm:presLayoutVars>
      </dgm:prSet>
      <dgm:spPr/>
    </dgm:pt>
    <dgm:pt modelId="{C7C36E22-4984-4B8D-8150-39032A77F345}" type="pres">
      <dgm:prSet presAssocID="{28831841-AC25-4CC7-BB86-87A2C1A5203D}" presName="sp" presStyleCnt="0"/>
      <dgm:spPr/>
    </dgm:pt>
    <dgm:pt modelId="{FA76D675-8F64-4D51-89E1-52D3EE1DAAD1}" type="pres">
      <dgm:prSet presAssocID="{F8D2B6F7-B02C-4EEA-9DC0-ADA331FC0EA5}" presName="linNode" presStyleCnt="0"/>
      <dgm:spPr/>
    </dgm:pt>
    <dgm:pt modelId="{D37A5AFD-5740-4248-A5F3-CF7A101EBE38}" type="pres">
      <dgm:prSet presAssocID="{F8D2B6F7-B02C-4EEA-9DC0-ADA331FC0EA5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D0BD4764-C931-49E4-8C9F-272FEA9352A0}" type="pres">
      <dgm:prSet presAssocID="{F8D2B6F7-B02C-4EEA-9DC0-ADA331FC0EA5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110AF808-2485-4387-B5DA-13DE91B1AB5C}" srcId="{DC4FCF6C-E944-405D-8E5C-C0BA6D49E7B4}" destId="{CB541B9C-F8FA-42B6-9251-EA13130E02CD}" srcOrd="1" destOrd="0" parTransId="{9C9A2CFD-2AEC-48C9-BA03-2D70797B9456}" sibTransId="{DA51A02C-D49E-4C28-8EFF-D5CA2CCD8BBA}"/>
    <dgm:cxn modelId="{D5597F0E-388F-4472-B174-D153E5CFE8EB}" srcId="{F8D2B6F7-B02C-4EEA-9DC0-ADA331FC0EA5}" destId="{57C0B671-6B96-4A10-A31F-3035DC1D71BD}" srcOrd="1" destOrd="0" parTransId="{AF4AEB06-7322-46B1-B638-4ED24D181927}" sibTransId="{A6195351-3632-4E4F-81C5-587DB07BC93E}"/>
    <dgm:cxn modelId="{B135B016-5363-45E5-85F1-EEE8A9642330}" srcId="{F8D2B6F7-B02C-4EEA-9DC0-ADA331FC0EA5}" destId="{1151DEAF-CD62-4966-ADA6-1A0A6DBC7FDB}" srcOrd="3" destOrd="0" parTransId="{A251D76A-6DF4-4E07-8CAD-40B6A0EF3E70}" sibTransId="{D78480EF-67C6-4DE6-AF66-03C2507EB5EA}"/>
    <dgm:cxn modelId="{2A934D1A-8BAF-4E10-AB96-87101AA0498F}" srcId="{89FC19F2-5010-4303-87EB-A75D3C928AF6}" destId="{DC4FCF6C-E944-405D-8E5C-C0BA6D49E7B4}" srcOrd="0" destOrd="0" parTransId="{DA794D30-8E60-4676-968F-1C3325646234}" sibTransId="{28831841-AC25-4CC7-BB86-87A2C1A5203D}"/>
    <dgm:cxn modelId="{EDBFF91E-D805-4E94-85C0-C793555960F5}" type="presOf" srcId="{DC4FCF6C-E944-405D-8E5C-C0BA6D49E7B4}" destId="{F04AD7B0-2E0E-4C9F-A4EA-3E7C8B8151CC}" srcOrd="0" destOrd="0" presId="urn:microsoft.com/office/officeart/2005/8/layout/vList5"/>
    <dgm:cxn modelId="{96C7CD35-3F7E-4513-A817-BECDB9326E5B}" type="presOf" srcId="{57C0B671-6B96-4A10-A31F-3035DC1D71BD}" destId="{D0BD4764-C931-49E4-8C9F-272FEA9352A0}" srcOrd="0" destOrd="1" presId="urn:microsoft.com/office/officeart/2005/8/layout/vList5"/>
    <dgm:cxn modelId="{4AFC2950-83DA-454A-B345-E37F9EC0067C}" type="presOf" srcId="{1151DEAF-CD62-4966-ADA6-1A0A6DBC7FDB}" destId="{D0BD4764-C931-49E4-8C9F-272FEA9352A0}" srcOrd="0" destOrd="3" presId="urn:microsoft.com/office/officeart/2005/8/layout/vList5"/>
    <dgm:cxn modelId="{272FDC50-91C4-4F65-83B4-8DB5F0DDAF42}" type="presOf" srcId="{BE3443C7-3E7F-4AF9-8FA8-213E64E6AB54}" destId="{27484D7E-F5D5-4187-A8EB-3197A9EF5D48}" srcOrd="0" destOrd="2" presId="urn:microsoft.com/office/officeart/2005/8/layout/vList5"/>
    <dgm:cxn modelId="{8287EA52-2B30-46C0-9CFD-9B5C78BD8501}" srcId="{F8D2B6F7-B02C-4EEA-9DC0-ADA331FC0EA5}" destId="{1F8334CA-647E-40F5-BD3A-7EA17B53D234}" srcOrd="0" destOrd="0" parTransId="{5F38DAF4-B368-471E-BBBE-543DDA862C4E}" sibTransId="{394E3A0F-5C4B-4635-805D-1C01275BDBFC}"/>
    <dgm:cxn modelId="{F34DF27C-02C1-4659-9D75-8D9A66709CAA}" type="presOf" srcId="{89FC19F2-5010-4303-87EB-A75D3C928AF6}" destId="{63A11D8C-0861-4500-95AA-0C5309FD58A8}" srcOrd="0" destOrd="0" presId="urn:microsoft.com/office/officeart/2005/8/layout/vList5"/>
    <dgm:cxn modelId="{4AFE807F-3E07-4D00-B0EF-10E93D72613B}" type="presOf" srcId="{CB541B9C-F8FA-42B6-9251-EA13130E02CD}" destId="{27484D7E-F5D5-4187-A8EB-3197A9EF5D48}" srcOrd="0" destOrd="1" presId="urn:microsoft.com/office/officeart/2005/8/layout/vList5"/>
    <dgm:cxn modelId="{FE00B184-BE12-4EB9-A6A2-AB063C636382}" type="presOf" srcId="{1F8334CA-647E-40F5-BD3A-7EA17B53D234}" destId="{D0BD4764-C931-49E4-8C9F-272FEA9352A0}" srcOrd="0" destOrd="0" presId="urn:microsoft.com/office/officeart/2005/8/layout/vList5"/>
    <dgm:cxn modelId="{61A2588C-8C80-494F-B5AC-205682264306}" type="presOf" srcId="{F4197648-EF5C-4992-AA09-BE193375B9DD}" destId="{D0BD4764-C931-49E4-8C9F-272FEA9352A0}" srcOrd="0" destOrd="2" presId="urn:microsoft.com/office/officeart/2005/8/layout/vList5"/>
    <dgm:cxn modelId="{3F7FF69A-79DD-443D-BF2F-6D9ACF08DE54}" srcId="{DC4FCF6C-E944-405D-8E5C-C0BA6D49E7B4}" destId="{BE3443C7-3E7F-4AF9-8FA8-213E64E6AB54}" srcOrd="2" destOrd="0" parTransId="{190929F8-506D-4AD4-B383-E7A7A35CAA68}" sibTransId="{3680156B-2BAD-494F-B449-B0A4FC79A98D}"/>
    <dgm:cxn modelId="{D6A9839F-9E10-47C3-B2D2-859758376BD3}" srcId="{DC4FCF6C-E944-405D-8E5C-C0BA6D49E7B4}" destId="{45AED646-D825-4C94-A4DF-5BCD3C43B892}" srcOrd="0" destOrd="0" parTransId="{6A5E7425-3C84-47C3-8D51-8F5005482928}" sibTransId="{B1EAAE4B-2B3D-48EA-AE94-6D12BA333231}"/>
    <dgm:cxn modelId="{F79A79BA-E9AA-4FDE-9C7B-5B815E83FA5F}" type="presOf" srcId="{45AED646-D825-4C94-A4DF-5BCD3C43B892}" destId="{27484D7E-F5D5-4187-A8EB-3197A9EF5D48}" srcOrd="0" destOrd="0" presId="urn:microsoft.com/office/officeart/2005/8/layout/vList5"/>
    <dgm:cxn modelId="{A8D5B0BB-6FD8-4A75-BA94-8F94CCC28474}" srcId="{89FC19F2-5010-4303-87EB-A75D3C928AF6}" destId="{F8D2B6F7-B02C-4EEA-9DC0-ADA331FC0EA5}" srcOrd="1" destOrd="0" parTransId="{1B6738B4-D018-4160-8123-8197ACE9B0A1}" sibTransId="{4F0CA6D6-78E4-482B-A283-7BE543ADC368}"/>
    <dgm:cxn modelId="{8AFB06C2-9668-48C3-BFAC-5C04E4BCA75A}" srcId="{F8D2B6F7-B02C-4EEA-9DC0-ADA331FC0EA5}" destId="{F4197648-EF5C-4992-AA09-BE193375B9DD}" srcOrd="2" destOrd="0" parTransId="{96841871-C83D-423C-97EA-2B5CFC76E405}" sibTransId="{1EEB58D9-9F82-48D8-92C6-2A7D0A713C22}"/>
    <dgm:cxn modelId="{C7D00DEC-D24A-4FD4-9E3F-6165B2C92326}" type="presOf" srcId="{F8D2B6F7-B02C-4EEA-9DC0-ADA331FC0EA5}" destId="{D37A5AFD-5740-4248-A5F3-CF7A101EBE38}" srcOrd="0" destOrd="0" presId="urn:microsoft.com/office/officeart/2005/8/layout/vList5"/>
    <dgm:cxn modelId="{F1AEEE9A-74E8-4666-8037-551A1537A271}" type="presParOf" srcId="{63A11D8C-0861-4500-95AA-0C5309FD58A8}" destId="{47A585E4-D3BC-45E9-810A-1AA2FEB96CF0}" srcOrd="0" destOrd="0" presId="urn:microsoft.com/office/officeart/2005/8/layout/vList5"/>
    <dgm:cxn modelId="{C364CED2-C7F6-4A49-B046-80DF23E53D58}" type="presParOf" srcId="{47A585E4-D3BC-45E9-810A-1AA2FEB96CF0}" destId="{F04AD7B0-2E0E-4C9F-A4EA-3E7C8B8151CC}" srcOrd="0" destOrd="0" presId="urn:microsoft.com/office/officeart/2005/8/layout/vList5"/>
    <dgm:cxn modelId="{DE4D3925-DF73-4023-912A-2E2432C28C08}" type="presParOf" srcId="{47A585E4-D3BC-45E9-810A-1AA2FEB96CF0}" destId="{27484D7E-F5D5-4187-A8EB-3197A9EF5D48}" srcOrd="1" destOrd="0" presId="urn:microsoft.com/office/officeart/2005/8/layout/vList5"/>
    <dgm:cxn modelId="{4665B6D3-1C89-44EF-ACB6-0D008CECA024}" type="presParOf" srcId="{63A11D8C-0861-4500-95AA-0C5309FD58A8}" destId="{C7C36E22-4984-4B8D-8150-39032A77F345}" srcOrd="1" destOrd="0" presId="urn:microsoft.com/office/officeart/2005/8/layout/vList5"/>
    <dgm:cxn modelId="{A3275F79-8A4D-43F0-8837-AB171848DCE0}" type="presParOf" srcId="{63A11D8C-0861-4500-95AA-0C5309FD58A8}" destId="{FA76D675-8F64-4D51-89E1-52D3EE1DAAD1}" srcOrd="2" destOrd="0" presId="urn:microsoft.com/office/officeart/2005/8/layout/vList5"/>
    <dgm:cxn modelId="{22D59B77-B619-4C4D-B455-9C8C0F649444}" type="presParOf" srcId="{FA76D675-8F64-4D51-89E1-52D3EE1DAAD1}" destId="{D37A5AFD-5740-4248-A5F3-CF7A101EBE38}" srcOrd="0" destOrd="0" presId="urn:microsoft.com/office/officeart/2005/8/layout/vList5"/>
    <dgm:cxn modelId="{73F44B5D-A93F-406C-B06A-D1770126EB2E}" type="presParOf" srcId="{FA76D675-8F64-4D51-89E1-52D3EE1DAAD1}" destId="{D0BD4764-C931-49E4-8C9F-272FEA9352A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7875538-BDDA-4302-932B-1262641C1184}" type="doc">
      <dgm:prSet loTypeId="urn:microsoft.com/office/officeart/2005/8/layout/bProcess2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8AA3DB8-9A3C-4A79-887F-394B4197E6FB}">
      <dgm:prSet/>
      <dgm:spPr/>
      <dgm:t>
        <a:bodyPr/>
        <a:lstStyle/>
        <a:p>
          <a:r>
            <a:rPr lang="en-US" b="1"/>
            <a:t>Conclusion vidéo :</a:t>
          </a:r>
          <a:endParaRPr lang="en-US"/>
        </a:p>
      </dgm:t>
    </dgm:pt>
    <dgm:pt modelId="{2850C857-516C-4AC6-8C6B-7BFA32D43F2F}" type="parTrans" cxnId="{7F8F7C84-C53F-40A6-991C-6C50594ED6F3}">
      <dgm:prSet/>
      <dgm:spPr/>
      <dgm:t>
        <a:bodyPr/>
        <a:lstStyle/>
        <a:p>
          <a:endParaRPr lang="en-US"/>
        </a:p>
      </dgm:t>
    </dgm:pt>
    <dgm:pt modelId="{131FA7FC-18B9-457B-8550-8E93A01F5C82}" type="sibTrans" cxnId="{7F8F7C84-C53F-40A6-991C-6C50594ED6F3}">
      <dgm:prSet/>
      <dgm:spPr/>
      <dgm:t>
        <a:bodyPr/>
        <a:lstStyle/>
        <a:p>
          <a:endParaRPr lang="en-US"/>
        </a:p>
      </dgm:t>
    </dgm:pt>
    <dgm:pt modelId="{6F155C7C-B9AD-4CB4-B215-6922DA823DC7}">
      <dgm:prSet/>
      <dgm:spPr/>
      <dgm:t>
        <a:bodyPr/>
        <a:lstStyle/>
        <a:p>
          <a:r>
            <a:rPr lang="en-US"/>
            <a:t>Une vidéo rassurante sur le fond, mais peu engageante sur la forme</a:t>
          </a:r>
        </a:p>
      </dgm:t>
    </dgm:pt>
    <dgm:pt modelId="{9292F1D8-0672-4704-904A-1860921D530F}" type="parTrans" cxnId="{5B864351-7510-4355-BC8F-B8BC2B3A5B12}">
      <dgm:prSet/>
      <dgm:spPr/>
      <dgm:t>
        <a:bodyPr/>
        <a:lstStyle/>
        <a:p>
          <a:endParaRPr lang="en-US"/>
        </a:p>
      </dgm:t>
    </dgm:pt>
    <dgm:pt modelId="{714E2065-D862-4F3A-A6C4-99FB516EFB83}" type="sibTrans" cxnId="{5B864351-7510-4355-BC8F-B8BC2B3A5B12}">
      <dgm:prSet/>
      <dgm:spPr/>
      <dgm:t>
        <a:bodyPr/>
        <a:lstStyle/>
        <a:p>
          <a:endParaRPr lang="en-US"/>
        </a:p>
      </dgm:t>
    </dgm:pt>
    <dgm:pt modelId="{99F8002C-63E7-4834-8D38-196612ED2422}" type="pres">
      <dgm:prSet presAssocID="{A7875538-BDDA-4302-932B-1262641C1184}" presName="diagram" presStyleCnt="0">
        <dgm:presLayoutVars>
          <dgm:dir/>
          <dgm:resizeHandles/>
        </dgm:presLayoutVars>
      </dgm:prSet>
      <dgm:spPr/>
    </dgm:pt>
    <dgm:pt modelId="{5D166EFC-FDA9-4278-85D8-0A80A55826F3}" type="pres">
      <dgm:prSet presAssocID="{48AA3DB8-9A3C-4A79-887F-394B4197E6FB}" presName="firstNode" presStyleLbl="node1" presStyleIdx="0" presStyleCnt="2">
        <dgm:presLayoutVars>
          <dgm:bulletEnabled val="1"/>
        </dgm:presLayoutVars>
      </dgm:prSet>
      <dgm:spPr/>
    </dgm:pt>
    <dgm:pt modelId="{7BD7EA80-B018-414C-814B-4391B485BE2A}" type="pres">
      <dgm:prSet presAssocID="{131FA7FC-18B9-457B-8550-8E93A01F5C82}" presName="sibTrans" presStyleLbl="sibTrans2D1" presStyleIdx="0" presStyleCnt="1"/>
      <dgm:spPr/>
    </dgm:pt>
    <dgm:pt modelId="{F2AD8240-5334-47E5-9857-C0273960F8B7}" type="pres">
      <dgm:prSet presAssocID="{6F155C7C-B9AD-4CB4-B215-6922DA823DC7}" presName="lastNode" presStyleLbl="node1" presStyleIdx="1" presStyleCnt="2">
        <dgm:presLayoutVars>
          <dgm:bulletEnabled val="1"/>
        </dgm:presLayoutVars>
      </dgm:prSet>
      <dgm:spPr/>
    </dgm:pt>
  </dgm:ptLst>
  <dgm:cxnLst>
    <dgm:cxn modelId="{9671B600-E974-41FA-81A7-8B1DA9E58037}" type="presOf" srcId="{A7875538-BDDA-4302-932B-1262641C1184}" destId="{99F8002C-63E7-4834-8D38-196612ED2422}" srcOrd="0" destOrd="0" presId="urn:microsoft.com/office/officeart/2005/8/layout/bProcess2"/>
    <dgm:cxn modelId="{2959F43D-F25E-42DD-B57F-72C9800C309C}" type="presOf" srcId="{131FA7FC-18B9-457B-8550-8E93A01F5C82}" destId="{7BD7EA80-B018-414C-814B-4391B485BE2A}" srcOrd="0" destOrd="0" presId="urn:microsoft.com/office/officeart/2005/8/layout/bProcess2"/>
    <dgm:cxn modelId="{5B864351-7510-4355-BC8F-B8BC2B3A5B12}" srcId="{A7875538-BDDA-4302-932B-1262641C1184}" destId="{6F155C7C-B9AD-4CB4-B215-6922DA823DC7}" srcOrd="1" destOrd="0" parTransId="{9292F1D8-0672-4704-904A-1860921D530F}" sibTransId="{714E2065-D862-4F3A-A6C4-99FB516EFB83}"/>
    <dgm:cxn modelId="{7F8F7C84-C53F-40A6-991C-6C50594ED6F3}" srcId="{A7875538-BDDA-4302-932B-1262641C1184}" destId="{48AA3DB8-9A3C-4A79-887F-394B4197E6FB}" srcOrd="0" destOrd="0" parTransId="{2850C857-516C-4AC6-8C6B-7BFA32D43F2F}" sibTransId="{131FA7FC-18B9-457B-8550-8E93A01F5C82}"/>
    <dgm:cxn modelId="{CA2F19B8-4FCA-48C0-B805-5993BF96975E}" type="presOf" srcId="{6F155C7C-B9AD-4CB4-B215-6922DA823DC7}" destId="{F2AD8240-5334-47E5-9857-C0273960F8B7}" srcOrd="0" destOrd="0" presId="urn:microsoft.com/office/officeart/2005/8/layout/bProcess2"/>
    <dgm:cxn modelId="{BCE345ED-21B9-47C9-958B-1737BC8DBC22}" type="presOf" srcId="{48AA3DB8-9A3C-4A79-887F-394B4197E6FB}" destId="{5D166EFC-FDA9-4278-85D8-0A80A55826F3}" srcOrd="0" destOrd="0" presId="urn:microsoft.com/office/officeart/2005/8/layout/bProcess2"/>
    <dgm:cxn modelId="{59B0E045-5DC5-451B-8A97-A393D5290A31}" type="presParOf" srcId="{99F8002C-63E7-4834-8D38-196612ED2422}" destId="{5D166EFC-FDA9-4278-85D8-0A80A55826F3}" srcOrd="0" destOrd="0" presId="urn:microsoft.com/office/officeart/2005/8/layout/bProcess2"/>
    <dgm:cxn modelId="{F91ECEB5-5059-485A-880F-616839CE239D}" type="presParOf" srcId="{99F8002C-63E7-4834-8D38-196612ED2422}" destId="{7BD7EA80-B018-414C-814B-4391B485BE2A}" srcOrd="1" destOrd="0" presId="urn:microsoft.com/office/officeart/2005/8/layout/bProcess2"/>
    <dgm:cxn modelId="{A7F5EBD5-0CE6-4B20-8366-995F7A783AFB}" type="presParOf" srcId="{99F8002C-63E7-4834-8D38-196612ED2422}" destId="{F2AD8240-5334-47E5-9857-C0273960F8B7}" srcOrd="2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DE0781D-801C-4351-BC1E-191B3E207409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18133D-19EF-4B97-8248-9FEA3A9A648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Conclusion vidéo :</a:t>
          </a:r>
          <a:endParaRPr lang="en-US"/>
        </a:p>
      </dgm:t>
    </dgm:pt>
    <dgm:pt modelId="{EBCAB3D2-BC44-4B10-A9DC-2F6623A11F01}" type="parTrans" cxnId="{4B1C6FB2-3CDB-4150-8330-D37D89630746}">
      <dgm:prSet/>
      <dgm:spPr/>
      <dgm:t>
        <a:bodyPr/>
        <a:lstStyle/>
        <a:p>
          <a:endParaRPr lang="en-US"/>
        </a:p>
      </dgm:t>
    </dgm:pt>
    <dgm:pt modelId="{0433D44A-25C0-4A1E-A7E9-D49D573B7D44}" type="sibTrans" cxnId="{4B1C6FB2-3CDB-4150-8330-D37D89630746}">
      <dgm:prSet/>
      <dgm:spPr/>
      <dgm:t>
        <a:bodyPr/>
        <a:lstStyle/>
        <a:p>
          <a:endParaRPr lang="en-US"/>
        </a:p>
      </dgm:t>
    </dgm:pt>
    <dgm:pt modelId="{B6541850-D0CF-4098-A5A3-4F2D314B179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Une communication plus engageante, mais encore perfectible sur la structure</a:t>
          </a:r>
        </a:p>
      </dgm:t>
    </dgm:pt>
    <dgm:pt modelId="{3FCAF216-2D2C-4F54-970C-E1D25D687365}" type="parTrans" cxnId="{900EFAB4-8B6C-4D87-8315-3D278AA0F051}">
      <dgm:prSet/>
      <dgm:spPr/>
      <dgm:t>
        <a:bodyPr/>
        <a:lstStyle/>
        <a:p>
          <a:endParaRPr lang="en-US"/>
        </a:p>
      </dgm:t>
    </dgm:pt>
    <dgm:pt modelId="{B3BF4B0F-4A91-48DF-97FA-FE2779B3F16F}" type="sibTrans" cxnId="{900EFAB4-8B6C-4D87-8315-3D278AA0F051}">
      <dgm:prSet/>
      <dgm:spPr/>
      <dgm:t>
        <a:bodyPr/>
        <a:lstStyle/>
        <a:p>
          <a:endParaRPr lang="en-US"/>
        </a:p>
      </dgm:t>
    </dgm:pt>
    <dgm:pt modelId="{BC42E646-7AE0-43E2-95B1-DD9ABFCFBF3C}" type="pres">
      <dgm:prSet presAssocID="{CDE0781D-801C-4351-BC1E-191B3E207409}" presName="root" presStyleCnt="0">
        <dgm:presLayoutVars>
          <dgm:dir/>
          <dgm:resizeHandles val="exact"/>
        </dgm:presLayoutVars>
      </dgm:prSet>
      <dgm:spPr/>
    </dgm:pt>
    <dgm:pt modelId="{64D2BCC7-6D31-4414-BCC1-6C201C5761CE}" type="pres">
      <dgm:prSet presAssocID="{6118133D-19EF-4B97-8248-9FEA3A9A6489}" presName="compNode" presStyleCnt="0"/>
      <dgm:spPr/>
    </dgm:pt>
    <dgm:pt modelId="{739B9D84-1973-4211-9337-B67AFC5A3066}" type="pres">
      <dgm:prSet presAssocID="{6118133D-19EF-4B97-8248-9FEA3A9A6489}" presName="iconBgRect" presStyleLbl="bgShp" presStyleIdx="0" presStyleCnt="2"/>
      <dgm:spPr/>
    </dgm:pt>
    <dgm:pt modelId="{17814D26-8E0E-4C68-AEA2-67894D360AFE}" type="pres">
      <dgm:prSet presAssocID="{6118133D-19EF-4B97-8248-9FEA3A9A648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07B2EFC5-2D02-40D7-83CC-F30192DE6D03}" type="pres">
      <dgm:prSet presAssocID="{6118133D-19EF-4B97-8248-9FEA3A9A6489}" presName="spaceRect" presStyleCnt="0"/>
      <dgm:spPr/>
    </dgm:pt>
    <dgm:pt modelId="{3F3D3636-0CA8-41DB-9FE4-22BD089486A6}" type="pres">
      <dgm:prSet presAssocID="{6118133D-19EF-4B97-8248-9FEA3A9A6489}" presName="textRect" presStyleLbl="revTx" presStyleIdx="0" presStyleCnt="2">
        <dgm:presLayoutVars>
          <dgm:chMax val="1"/>
          <dgm:chPref val="1"/>
        </dgm:presLayoutVars>
      </dgm:prSet>
      <dgm:spPr/>
    </dgm:pt>
    <dgm:pt modelId="{2B0A6882-4544-46A2-9810-B2C2BEB1DC49}" type="pres">
      <dgm:prSet presAssocID="{0433D44A-25C0-4A1E-A7E9-D49D573B7D44}" presName="sibTrans" presStyleCnt="0"/>
      <dgm:spPr/>
    </dgm:pt>
    <dgm:pt modelId="{F0F8F1C0-0E44-4E54-977B-CC476181A621}" type="pres">
      <dgm:prSet presAssocID="{B6541850-D0CF-4098-A5A3-4F2D314B1791}" presName="compNode" presStyleCnt="0"/>
      <dgm:spPr/>
    </dgm:pt>
    <dgm:pt modelId="{1E76B93B-7324-4E6A-9441-2E71ACE4D56D}" type="pres">
      <dgm:prSet presAssocID="{B6541850-D0CF-4098-A5A3-4F2D314B1791}" presName="iconBgRect" presStyleLbl="bgShp" presStyleIdx="1" presStyleCnt="2"/>
      <dgm:spPr/>
    </dgm:pt>
    <dgm:pt modelId="{BEEF2558-D3D5-4A19-98DE-215D1014C801}" type="pres">
      <dgm:prSet presAssocID="{B6541850-D0CF-4098-A5A3-4F2D314B179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4CD82E81-4F48-418A-9E73-703E16A3AC8F}" type="pres">
      <dgm:prSet presAssocID="{B6541850-D0CF-4098-A5A3-4F2D314B1791}" presName="spaceRect" presStyleCnt="0"/>
      <dgm:spPr/>
    </dgm:pt>
    <dgm:pt modelId="{B356F391-BEF2-4116-9B59-1C142B1DBC22}" type="pres">
      <dgm:prSet presAssocID="{B6541850-D0CF-4098-A5A3-4F2D314B179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62AFF40-F0C7-43F7-B29F-5B5CBD4F3EC8}" type="presOf" srcId="{B6541850-D0CF-4098-A5A3-4F2D314B1791}" destId="{B356F391-BEF2-4116-9B59-1C142B1DBC22}" srcOrd="0" destOrd="0" presId="urn:microsoft.com/office/officeart/2018/5/layout/IconCircleLabelList"/>
    <dgm:cxn modelId="{FFCB594C-529B-47F3-82CF-85DA4368A9B9}" type="presOf" srcId="{CDE0781D-801C-4351-BC1E-191B3E207409}" destId="{BC42E646-7AE0-43E2-95B1-DD9ABFCFBF3C}" srcOrd="0" destOrd="0" presId="urn:microsoft.com/office/officeart/2018/5/layout/IconCircleLabelList"/>
    <dgm:cxn modelId="{43F41E75-5A5E-4AAD-9B98-4AC15D7F5BAA}" type="presOf" srcId="{6118133D-19EF-4B97-8248-9FEA3A9A6489}" destId="{3F3D3636-0CA8-41DB-9FE4-22BD089486A6}" srcOrd="0" destOrd="0" presId="urn:microsoft.com/office/officeart/2018/5/layout/IconCircleLabelList"/>
    <dgm:cxn modelId="{4B1C6FB2-3CDB-4150-8330-D37D89630746}" srcId="{CDE0781D-801C-4351-BC1E-191B3E207409}" destId="{6118133D-19EF-4B97-8248-9FEA3A9A6489}" srcOrd="0" destOrd="0" parTransId="{EBCAB3D2-BC44-4B10-A9DC-2F6623A11F01}" sibTransId="{0433D44A-25C0-4A1E-A7E9-D49D573B7D44}"/>
    <dgm:cxn modelId="{900EFAB4-8B6C-4D87-8315-3D278AA0F051}" srcId="{CDE0781D-801C-4351-BC1E-191B3E207409}" destId="{B6541850-D0CF-4098-A5A3-4F2D314B1791}" srcOrd="1" destOrd="0" parTransId="{3FCAF216-2D2C-4F54-970C-E1D25D687365}" sibTransId="{B3BF4B0F-4A91-48DF-97FA-FE2779B3F16F}"/>
    <dgm:cxn modelId="{59EC98C5-16A2-4AF0-A43E-76466F7046F9}" type="presParOf" srcId="{BC42E646-7AE0-43E2-95B1-DD9ABFCFBF3C}" destId="{64D2BCC7-6D31-4414-BCC1-6C201C5761CE}" srcOrd="0" destOrd="0" presId="urn:microsoft.com/office/officeart/2018/5/layout/IconCircleLabelList"/>
    <dgm:cxn modelId="{8B980DC2-1E75-4438-9691-13271C6F42DD}" type="presParOf" srcId="{64D2BCC7-6D31-4414-BCC1-6C201C5761CE}" destId="{739B9D84-1973-4211-9337-B67AFC5A3066}" srcOrd="0" destOrd="0" presId="urn:microsoft.com/office/officeart/2018/5/layout/IconCircleLabelList"/>
    <dgm:cxn modelId="{B989D656-6150-444E-B63D-A5E5D2170933}" type="presParOf" srcId="{64D2BCC7-6D31-4414-BCC1-6C201C5761CE}" destId="{17814D26-8E0E-4C68-AEA2-67894D360AFE}" srcOrd="1" destOrd="0" presId="urn:microsoft.com/office/officeart/2018/5/layout/IconCircleLabelList"/>
    <dgm:cxn modelId="{EC96152F-87BA-42DD-936B-D225A0395134}" type="presParOf" srcId="{64D2BCC7-6D31-4414-BCC1-6C201C5761CE}" destId="{07B2EFC5-2D02-40D7-83CC-F30192DE6D03}" srcOrd="2" destOrd="0" presId="urn:microsoft.com/office/officeart/2018/5/layout/IconCircleLabelList"/>
    <dgm:cxn modelId="{6C9477E6-93CC-4AD9-A4C2-060A6C85A8DF}" type="presParOf" srcId="{64D2BCC7-6D31-4414-BCC1-6C201C5761CE}" destId="{3F3D3636-0CA8-41DB-9FE4-22BD089486A6}" srcOrd="3" destOrd="0" presId="urn:microsoft.com/office/officeart/2018/5/layout/IconCircleLabelList"/>
    <dgm:cxn modelId="{5B41B336-0203-4B7C-94C5-A242C94AD3C8}" type="presParOf" srcId="{BC42E646-7AE0-43E2-95B1-DD9ABFCFBF3C}" destId="{2B0A6882-4544-46A2-9810-B2C2BEB1DC49}" srcOrd="1" destOrd="0" presId="urn:microsoft.com/office/officeart/2018/5/layout/IconCircleLabelList"/>
    <dgm:cxn modelId="{75216D63-F901-4FE4-89A2-932AF9A52B34}" type="presParOf" srcId="{BC42E646-7AE0-43E2-95B1-DD9ABFCFBF3C}" destId="{F0F8F1C0-0E44-4E54-977B-CC476181A621}" srcOrd="2" destOrd="0" presId="urn:microsoft.com/office/officeart/2018/5/layout/IconCircleLabelList"/>
    <dgm:cxn modelId="{86EFFBEA-FB76-4FB6-AFCB-F7266B0B7DC8}" type="presParOf" srcId="{F0F8F1C0-0E44-4E54-977B-CC476181A621}" destId="{1E76B93B-7324-4E6A-9441-2E71ACE4D56D}" srcOrd="0" destOrd="0" presId="urn:microsoft.com/office/officeart/2018/5/layout/IconCircleLabelList"/>
    <dgm:cxn modelId="{2982CBEE-FB72-41FF-B570-188214F9981F}" type="presParOf" srcId="{F0F8F1C0-0E44-4E54-977B-CC476181A621}" destId="{BEEF2558-D3D5-4A19-98DE-215D1014C801}" srcOrd="1" destOrd="0" presId="urn:microsoft.com/office/officeart/2018/5/layout/IconCircleLabelList"/>
    <dgm:cxn modelId="{E07722FD-5A59-4E1B-BA3A-9BFBBC766102}" type="presParOf" srcId="{F0F8F1C0-0E44-4E54-977B-CC476181A621}" destId="{4CD82E81-4F48-418A-9E73-703E16A3AC8F}" srcOrd="2" destOrd="0" presId="urn:microsoft.com/office/officeart/2018/5/layout/IconCircleLabelList"/>
    <dgm:cxn modelId="{3AFA56CE-94B7-4309-9319-E7C5ED26C327}" type="presParOf" srcId="{F0F8F1C0-0E44-4E54-977B-CC476181A621}" destId="{B356F391-BEF2-4116-9B59-1C142B1DBC2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CB0A0B0-71FE-4B55-9ECB-EAAF88EC8A8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17D8B8A-FF65-401D-B8DF-41CC5D2582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Conclusion site web :</a:t>
          </a:r>
          <a:endParaRPr lang="en-US"/>
        </a:p>
      </dgm:t>
    </dgm:pt>
    <dgm:pt modelId="{1FD72BC2-A965-43D6-A256-681F024EE69A}" type="parTrans" cxnId="{9FEC80E4-9384-49C5-B7B7-BB7A9E9B9E78}">
      <dgm:prSet/>
      <dgm:spPr/>
      <dgm:t>
        <a:bodyPr/>
        <a:lstStyle/>
        <a:p>
          <a:endParaRPr lang="en-US"/>
        </a:p>
      </dgm:t>
    </dgm:pt>
    <dgm:pt modelId="{09B64F9E-1297-46C0-A666-23B043854BF0}" type="sibTrans" cxnId="{9FEC80E4-9384-49C5-B7B7-BB7A9E9B9E78}">
      <dgm:prSet/>
      <dgm:spPr/>
      <dgm:t>
        <a:bodyPr/>
        <a:lstStyle/>
        <a:p>
          <a:endParaRPr lang="en-US"/>
        </a:p>
      </dgm:t>
    </dgm:pt>
    <dgm:pt modelId="{30141D9A-9D5A-40E2-8A33-1D5167BA8B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 site efficace pour capter l’attention et valoriser une image personnelle</a:t>
          </a:r>
        </a:p>
      </dgm:t>
    </dgm:pt>
    <dgm:pt modelId="{7E800B65-5D17-4C41-947D-1EC5AA5FF999}" type="parTrans" cxnId="{B7DD1039-6E83-491F-80B4-074E05D4F4EB}">
      <dgm:prSet/>
      <dgm:spPr/>
      <dgm:t>
        <a:bodyPr/>
        <a:lstStyle/>
        <a:p>
          <a:endParaRPr lang="en-US"/>
        </a:p>
      </dgm:t>
    </dgm:pt>
    <dgm:pt modelId="{9AD9C47B-6AD8-4214-8106-B856954767A8}" type="sibTrans" cxnId="{B7DD1039-6E83-491F-80B4-074E05D4F4EB}">
      <dgm:prSet/>
      <dgm:spPr/>
      <dgm:t>
        <a:bodyPr/>
        <a:lstStyle/>
        <a:p>
          <a:endParaRPr lang="en-US"/>
        </a:p>
      </dgm:t>
    </dgm:pt>
    <dgm:pt modelId="{BA9BBACC-927B-401C-89E6-BFE466F46CFC}" type="pres">
      <dgm:prSet presAssocID="{DCB0A0B0-71FE-4B55-9ECB-EAAF88EC8A8D}" presName="root" presStyleCnt="0">
        <dgm:presLayoutVars>
          <dgm:dir/>
          <dgm:resizeHandles val="exact"/>
        </dgm:presLayoutVars>
      </dgm:prSet>
      <dgm:spPr/>
    </dgm:pt>
    <dgm:pt modelId="{2AD5D26E-91C3-47D1-9700-CFFB1DF10695}" type="pres">
      <dgm:prSet presAssocID="{717D8B8A-FF65-401D-B8DF-41CC5D258281}" presName="compNode" presStyleCnt="0"/>
      <dgm:spPr/>
    </dgm:pt>
    <dgm:pt modelId="{1AEA1419-D0B6-4645-92E1-2A4F077D4031}" type="pres">
      <dgm:prSet presAssocID="{717D8B8A-FF65-401D-B8DF-41CC5D258281}" presName="bgRect" presStyleLbl="bgShp" presStyleIdx="0" presStyleCnt="2"/>
      <dgm:spPr/>
    </dgm:pt>
    <dgm:pt modelId="{887990FE-BD3F-46D3-A9B8-091777922332}" type="pres">
      <dgm:prSet presAssocID="{717D8B8A-FF65-401D-B8DF-41CC5D25828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DC8C5FF-8C6B-4FEC-8D7B-8C1FD5680020}" type="pres">
      <dgm:prSet presAssocID="{717D8B8A-FF65-401D-B8DF-41CC5D258281}" presName="spaceRect" presStyleCnt="0"/>
      <dgm:spPr/>
    </dgm:pt>
    <dgm:pt modelId="{F56C3130-1F4C-45D9-8EE6-757A65507E20}" type="pres">
      <dgm:prSet presAssocID="{717D8B8A-FF65-401D-B8DF-41CC5D258281}" presName="parTx" presStyleLbl="revTx" presStyleIdx="0" presStyleCnt="2">
        <dgm:presLayoutVars>
          <dgm:chMax val="0"/>
          <dgm:chPref val="0"/>
        </dgm:presLayoutVars>
      </dgm:prSet>
      <dgm:spPr/>
    </dgm:pt>
    <dgm:pt modelId="{CEC7C191-06A5-4A53-86C8-1CC0C4C6BC0D}" type="pres">
      <dgm:prSet presAssocID="{09B64F9E-1297-46C0-A666-23B043854BF0}" presName="sibTrans" presStyleCnt="0"/>
      <dgm:spPr/>
    </dgm:pt>
    <dgm:pt modelId="{4276309F-BF79-4060-85AB-506A82985643}" type="pres">
      <dgm:prSet presAssocID="{30141D9A-9D5A-40E2-8A33-1D5167BA8B24}" presName="compNode" presStyleCnt="0"/>
      <dgm:spPr/>
    </dgm:pt>
    <dgm:pt modelId="{47614977-4A00-4B1A-BE0E-A02B24590D03}" type="pres">
      <dgm:prSet presAssocID="{30141D9A-9D5A-40E2-8A33-1D5167BA8B24}" presName="bgRect" presStyleLbl="bgShp" presStyleIdx="1" presStyleCnt="2"/>
      <dgm:spPr/>
    </dgm:pt>
    <dgm:pt modelId="{50672527-4232-46A9-9627-3BC3D6AB4B17}" type="pres">
      <dgm:prSet presAssocID="{30141D9A-9D5A-40E2-8A33-1D5167BA8B2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ppareil photo"/>
        </a:ext>
      </dgm:extLst>
    </dgm:pt>
    <dgm:pt modelId="{B3079DB5-526B-45B7-BDEA-1605CDC2CD8B}" type="pres">
      <dgm:prSet presAssocID="{30141D9A-9D5A-40E2-8A33-1D5167BA8B24}" presName="spaceRect" presStyleCnt="0"/>
      <dgm:spPr/>
    </dgm:pt>
    <dgm:pt modelId="{ECDD5CFA-5D73-4331-B98F-CB8BDDDD0888}" type="pres">
      <dgm:prSet presAssocID="{30141D9A-9D5A-40E2-8A33-1D5167BA8B2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B7DD1039-6E83-491F-80B4-074E05D4F4EB}" srcId="{DCB0A0B0-71FE-4B55-9ECB-EAAF88EC8A8D}" destId="{30141D9A-9D5A-40E2-8A33-1D5167BA8B24}" srcOrd="1" destOrd="0" parTransId="{7E800B65-5D17-4C41-947D-1EC5AA5FF999}" sibTransId="{9AD9C47B-6AD8-4214-8106-B856954767A8}"/>
    <dgm:cxn modelId="{88E95B94-BB06-4518-9A00-03E520A7EF70}" type="presOf" srcId="{30141D9A-9D5A-40E2-8A33-1D5167BA8B24}" destId="{ECDD5CFA-5D73-4331-B98F-CB8BDDDD0888}" srcOrd="0" destOrd="0" presId="urn:microsoft.com/office/officeart/2018/2/layout/IconVerticalSolidList"/>
    <dgm:cxn modelId="{769BF1A0-C241-4FB0-BCE7-ECB30CC2F686}" type="presOf" srcId="{717D8B8A-FF65-401D-B8DF-41CC5D258281}" destId="{F56C3130-1F4C-45D9-8EE6-757A65507E20}" srcOrd="0" destOrd="0" presId="urn:microsoft.com/office/officeart/2018/2/layout/IconVerticalSolidList"/>
    <dgm:cxn modelId="{A0A129B2-E8F9-4D31-9F1C-142A7B93DE8C}" type="presOf" srcId="{DCB0A0B0-71FE-4B55-9ECB-EAAF88EC8A8D}" destId="{BA9BBACC-927B-401C-89E6-BFE466F46CFC}" srcOrd="0" destOrd="0" presId="urn:microsoft.com/office/officeart/2018/2/layout/IconVerticalSolidList"/>
    <dgm:cxn modelId="{9FEC80E4-9384-49C5-B7B7-BB7A9E9B9E78}" srcId="{DCB0A0B0-71FE-4B55-9ECB-EAAF88EC8A8D}" destId="{717D8B8A-FF65-401D-B8DF-41CC5D258281}" srcOrd="0" destOrd="0" parTransId="{1FD72BC2-A965-43D6-A256-681F024EE69A}" sibTransId="{09B64F9E-1297-46C0-A666-23B043854BF0}"/>
    <dgm:cxn modelId="{BEC4A0A3-1615-4DBB-AA5C-2F6D4F85146C}" type="presParOf" srcId="{BA9BBACC-927B-401C-89E6-BFE466F46CFC}" destId="{2AD5D26E-91C3-47D1-9700-CFFB1DF10695}" srcOrd="0" destOrd="0" presId="urn:microsoft.com/office/officeart/2018/2/layout/IconVerticalSolidList"/>
    <dgm:cxn modelId="{2BB8449D-2997-4432-A642-657CA6B03597}" type="presParOf" srcId="{2AD5D26E-91C3-47D1-9700-CFFB1DF10695}" destId="{1AEA1419-D0B6-4645-92E1-2A4F077D4031}" srcOrd="0" destOrd="0" presId="urn:microsoft.com/office/officeart/2018/2/layout/IconVerticalSolidList"/>
    <dgm:cxn modelId="{51F0A4F1-7618-4462-AECE-535E03DA2800}" type="presParOf" srcId="{2AD5D26E-91C3-47D1-9700-CFFB1DF10695}" destId="{887990FE-BD3F-46D3-A9B8-091777922332}" srcOrd="1" destOrd="0" presId="urn:microsoft.com/office/officeart/2018/2/layout/IconVerticalSolidList"/>
    <dgm:cxn modelId="{6D1A4207-1DDD-4687-8FED-C908150054EA}" type="presParOf" srcId="{2AD5D26E-91C3-47D1-9700-CFFB1DF10695}" destId="{BDC8C5FF-8C6B-4FEC-8D7B-8C1FD5680020}" srcOrd="2" destOrd="0" presId="urn:microsoft.com/office/officeart/2018/2/layout/IconVerticalSolidList"/>
    <dgm:cxn modelId="{7F403DA3-5223-4415-82A6-FA992CEF33FC}" type="presParOf" srcId="{2AD5D26E-91C3-47D1-9700-CFFB1DF10695}" destId="{F56C3130-1F4C-45D9-8EE6-757A65507E20}" srcOrd="3" destOrd="0" presId="urn:microsoft.com/office/officeart/2018/2/layout/IconVerticalSolidList"/>
    <dgm:cxn modelId="{AFB3E7F1-592D-41A0-A95C-F598A1B6B9B8}" type="presParOf" srcId="{BA9BBACC-927B-401C-89E6-BFE466F46CFC}" destId="{CEC7C191-06A5-4A53-86C8-1CC0C4C6BC0D}" srcOrd="1" destOrd="0" presId="urn:microsoft.com/office/officeart/2018/2/layout/IconVerticalSolidList"/>
    <dgm:cxn modelId="{9044DA93-9924-481E-8946-E856D99712E4}" type="presParOf" srcId="{BA9BBACC-927B-401C-89E6-BFE466F46CFC}" destId="{4276309F-BF79-4060-85AB-506A82985643}" srcOrd="2" destOrd="0" presId="urn:microsoft.com/office/officeart/2018/2/layout/IconVerticalSolidList"/>
    <dgm:cxn modelId="{79611F20-26D9-4D0C-956C-CD1CC35B375C}" type="presParOf" srcId="{4276309F-BF79-4060-85AB-506A82985643}" destId="{47614977-4A00-4B1A-BE0E-A02B24590D03}" srcOrd="0" destOrd="0" presId="urn:microsoft.com/office/officeart/2018/2/layout/IconVerticalSolidList"/>
    <dgm:cxn modelId="{014DE702-D04C-4520-8AC8-3EC77C00BE97}" type="presParOf" srcId="{4276309F-BF79-4060-85AB-506A82985643}" destId="{50672527-4232-46A9-9627-3BC3D6AB4B17}" srcOrd="1" destOrd="0" presId="urn:microsoft.com/office/officeart/2018/2/layout/IconVerticalSolidList"/>
    <dgm:cxn modelId="{33DAA255-3A9F-4DE0-8DBC-CE2FD39F0C34}" type="presParOf" srcId="{4276309F-BF79-4060-85AB-506A82985643}" destId="{B3079DB5-526B-45B7-BDEA-1605CDC2CD8B}" srcOrd="2" destOrd="0" presId="urn:microsoft.com/office/officeart/2018/2/layout/IconVerticalSolidList"/>
    <dgm:cxn modelId="{1727300E-5463-45B6-B5FC-24305F6A5F3B}" type="presParOf" srcId="{4276309F-BF79-4060-85AB-506A82985643}" destId="{ECDD5CFA-5D73-4331-B98F-CB8BDDDD088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24BF241-6DE8-438F-BFEB-6ADFC72603F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78E00A1-3BAB-42B4-B3F6-758AD24FDC1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Importance de trouver un équilibre</a:t>
          </a:r>
        </a:p>
      </dgm:t>
    </dgm:pt>
    <dgm:pt modelId="{1ABFB8B2-2A7F-4BA2-8533-8DA72F03DED9}" type="parTrans" cxnId="{A42A6819-FAB0-4001-A788-7172FAC7C5CC}">
      <dgm:prSet/>
      <dgm:spPr/>
      <dgm:t>
        <a:bodyPr/>
        <a:lstStyle/>
        <a:p>
          <a:endParaRPr lang="en-US"/>
        </a:p>
      </dgm:t>
    </dgm:pt>
    <dgm:pt modelId="{E2D2BA14-A9C1-4690-A9DC-377FA64F13A7}" type="sibTrans" cxnId="{A42A6819-FAB0-4001-A788-7172FAC7C5CC}">
      <dgm:prSet/>
      <dgm:spPr/>
      <dgm:t>
        <a:bodyPr/>
        <a:lstStyle/>
        <a:p>
          <a:endParaRPr lang="en-US"/>
        </a:p>
      </dgm:t>
    </dgm:pt>
    <dgm:pt modelId="{24B7644A-35C6-4FAE-9907-E836E84D326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La forme renforce le fond</a:t>
          </a:r>
        </a:p>
      </dgm:t>
    </dgm:pt>
    <dgm:pt modelId="{CEDE733E-F399-4635-A66A-2EE30E20A0B9}" type="parTrans" cxnId="{2A2BCF75-11FB-4EEA-98BC-BB90E8ADEAD7}">
      <dgm:prSet/>
      <dgm:spPr/>
      <dgm:t>
        <a:bodyPr/>
        <a:lstStyle/>
        <a:p>
          <a:endParaRPr lang="en-US"/>
        </a:p>
      </dgm:t>
    </dgm:pt>
    <dgm:pt modelId="{36C35F93-866F-4BFF-9D6A-448CF1D2635C}" type="sibTrans" cxnId="{2A2BCF75-11FB-4EEA-98BC-BB90E8ADEAD7}">
      <dgm:prSet/>
      <dgm:spPr/>
      <dgm:t>
        <a:bodyPr/>
        <a:lstStyle/>
        <a:p>
          <a:endParaRPr lang="en-US"/>
        </a:p>
      </dgm:t>
    </dgm:pt>
    <dgm:pt modelId="{9258786D-FA32-489F-9D69-8E65AB4B3DB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Adapter son message à son public</a:t>
          </a:r>
        </a:p>
      </dgm:t>
    </dgm:pt>
    <dgm:pt modelId="{38D0C7CE-ED8C-472C-8F4E-E46DE70EB4A1}" type="parTrans" cxnId="{772C9D80-9CE1-4DB3-A504-2309FF997208}">
      <dgm:prSet/>
      <dgm:spPr/>
      <dgm:t>
        <a:bodyPr/>
        <a:lstStyle/>
        <a:p>
          <a:endParaRPr lang="en-US"/>
        </a:p>
      </dgm:t>
    </dgm:pt>
    <dgm:pt modelId="{83B40BA4-7783-45EC-BB0A-F48C85131E1B}" type="sibTrans" cxnId="{772C9D80-9CE1-4DB3-A504-2309FF997208}">
      <dgm:prSet/>
      <dgm:spPr/>
      <dgm:t>
        <a:bodyPr/>
        <a:lstStyle/>
        <a:p>
          <a:endParaRPr lang="en-US"/>
        </a:p>
      </dgm:t>
    </dgm:pt>
    <dgm:pt modelId="{B03680C9-0535-488D-B550-0E94C9A6042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La communication est une compétence clé</a:t>
          </a:r>
        </a:p>
      </dgm:t>
    </dgm:pt>
    <dgm:pt modelId="{41C66B53-B4CC-4CF2-B0CB-4E5545ED3DE0}" type="parTrans" cxnId="{036434DA-D790-486C-B2C8-C9D50B4E455B}">
      <dgm:prSet/>
      <dgm:spPr/>
      <dgm:t>
        <a:bodyPr/>
        <a:lstStyle/>
        <a:p>
          <a:endParaRPr lang="en-US"/>
        </a:p>
      </dgm:t>
    </dgm:pt>
    <dgm:pt modelId="{B6BCF8E7-C8D2-4D2D-BED9-313A40E010FA}" type="sibTrans" cxnId="{036434DA-D790-486C-B2C8-C9D50B4E455B}">
      <dgm:prSet/>
      <dgm:spPr/>
      <dgm:t>
        <a:bodyPr/>
        <a:lstStyle/>
        <a:p>
          <a:endParaRPr lang="en-US"/>
        </a:p>
      </dgm:t>
    </dgm:pt>
    <dgm:pt modelId="{AD3D66CD-3C1F-49C9-89AE-792CAC1273C0}" type="pres">
      <dgm:prSet presAssocID="{624BF241-6DE8-438F-BFEB-6ADFC72603F4}" presName="root" presStyleCnt="0">
        <dgm:presLayoutVars>
          <dgm:dir/>
          <dgm:resizeHandles val="exact"/>
        </dgm:presLayoutVars>
      </dgm:prSet>
      <dgm:spPr/>
    </dgm:pt>
    <dgm:pt modelId="{54544D9F-E252-45C2-BADB-9044B11A9D69}" type="pres">
      <dgm:prSet presAssocID="{D78E00A1-3BAB-42B4-B3F6-758AD24FDC1A}" presName="compNode" presStyleCnt="0"/>
      <dgm:spPr/>
    </dgm:pt>
    <dgm:pt modelId="{2DD400A7-ABD1-4866-9067-42FEF18309C9}" type="pres">
      <dgm:prSet presAssocID="{D78E00A1-3BAB-42B4-B3F6-758AD24FDC1A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6CE762A-E980-48CF-ABEB-187DBB4F1FEF}" type="pres">
      <dgm:prSet presAssocID="{D78E00A1-3BAB-42B4-B3F6-758AD24FDC1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552401B3-EFD2-4321-8BC3-498BF0CBDD7E}" type="pres">
      <dgm:prSet presAssocID="{D78E00A1-3BAB-42B4-B3F6-758AD24FDC1A}" presName="spaceRect" presStyleCnt="0"/>
      <dgm:spPr/>
    </dgm:pt>
    <dgm:pt modelId="{459CF095-F254-4EE0-BB83-1CDFA6388E5E}" type="pres">
      <dgm:prSet presAssocID="{D78E00A1-3BAB-42B4-B3F6-758AD24FDC1A}" presName="textRect" presStyleLbl="revTx" presStyleIdx="0" presStyleCnt="4">
        <dgm:presLayoutVars>
          <dgm:chMax val="1"/>
          <dgm:chPref val="1"/>
        </dgm:presLayoutVars>
      </dgm:prSet>
      <dgm:spPr/>
    </dgm:pt>
    <dgm:pt modelId="{D263176E-8262-4E01-AB1C-8BD638148B80}" type="pres">
      <dgm:prSet presAssocID="{E2D2BA14-A9C1-4690-A9DC-377FA64F13A7}" presName="sibTrans" presStyleCnt="0"/>
      <dgm:spPr/>
    </dgm:pt>
    <dgm:pt modelId="{413DD849-AF0F-4E9A-B52F-E11617B1A679}" type="pres">
      <dgm:prSet presAssocID="{24B7644A-35C6-4FAE-9907-E836E84D326B}" presName="compNode" presStyleCnt="0"/>
      <dgm:spPr/>
    </dgm:pt>
    <dgm:pt modelId="{1CD8BEC8-1954-44A0-A434-4A38D31BAE54}" type="pres">
      <dgm:prSet presAssocID="{24B7644A-35C6-4FAE-9907-E836E84D326B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7E33A53-B6CE-4C9D-8741-9AAA3AAA9F28}" type="pres">
      <dgm:prSet presAssocID="{24B7644A-35C6-4FAE-9907-E836E84D326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8187A138-7ACD-4A8B-86E5-40D45B2C8350}" type="pres">
      <dgm:prSet presAssocID="{24B7644A-35C6-4FAE-9907-E836E84D326B}" presName="spaceRect" presStyleCnt="0"/>
      <dgm:spPr/>
    </dgm:pt>
    <dgm:pt modelId="{3A0FE50E-B040-45F7-AE32-2CCB9FF091FA}" type="pres">
      <dgm:prSet presAssocID="{24B7644A-35C6-4FAE-9907-E836E84D326B}" presName="textRect" presStyleLbl="revTx" presStyleIdx="1" presStyleCnt="4">
        <dgm:presLayoutVars>
          <dgm:chMax val="1"/>
          <dgm:chPref val="1"/>
        </dgm:presLayoutVars>
      </dgm:prSet>
      <dgm:spPr/>
    </dgm:pt>
    <dgm:pt modelId="{741A915E-7F3C-4EC4-B278-7041071C23A8}" type="pres">
      <dgm:prSet presAssocID="{36C35F93-866F-4BFF-9D6A-448CF1D2635C}" presName="sibTrans" presStyleCnt="0"/>
      <dgm:spPr/>
    </dgm:pt>
    <dgm:pt modelId="{ECB4441F-4EEB-45C4-9EFB-8C802F2391EA}" type="pres">
      <dgm:prSet presAssocID="{9258786D-FA32-489F-9D69-8E65AB4B3DB0}" presName="compNode" presStyleCnt="0"/>
      <dgm:spPr/>
    </dgm:pt>
    <dgm:pt modelId="{F762C414-0E5E-4AC0-BC1C-312057D3D260}" type="pres">
      <dgm:prSet presAssocID="{9258786D-FA32-489F-9D69-8E65AB4B3DB0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0DC0B38-B528-4B1E-B618-0D696F29B7AE}" type="pres">
      <dgm:prSet presAssocID="{9258786D-FA32-489F-9D69-8E65AB4B3DB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olume"/>
        </a:ext>
      </dgm:extLst>
    </dgm:pt>
    <dgm:pt modelId="{FACDC901-D788-4C89-AC89-16970FFE843F}" type="pres">
      <dgm:prSet presAssocID="{9258786D-FA32-489F-9D69-8E65AB4B3DB0}" presName="spaceRect" presStyleCnt="0"/>
      <dgm:spPr/>
    </dgm:pt>
    <dgm:pt modelId="{0B2393B3-212D-4422-AAC8-F11BF84F7DF5}" type="pres">
      <dgm:prSet presAssocID="{9258786D-FA32-489F-9D69-8E65AB4B3DB0}" presName="textRect" presStyleLbl="revTx" presStyleIdx="2" presStyleCnt="4">
        <dgm:presLayoutVars>
          <dgm:chMax val="1"/>
          <dgm:chPref val="1"/>
        </dgm:presLayoutVars>
      </dgm:prSet>
      <dgm:spPr/>
    </dgm:pt>
    <dgm:pt modelId="{C714C7BB-5630-4640-B20D-BB5633293B7F}" type="pres">
      <dgm:prSet presAssocID="{83B40BA4-7783-45EC-BB0A-F48C85131E1B}" presName="sibTrans" presStyleCnt="0"/>
      <dgm:spPr/>
    </dgm:pt>
    <dgm:pt modelId="{F0A78520-D4BC-4D6F-B88A-A7191F951630}" type="pres">
      <dgm:prSet presAssocID="{B03680C9-0535-488D-B550-0E94C9A60428}" presName="compNode" presStyleCnt="0"/>
      <dgm:spPr/>
    </dgm:pt>
    <dgm:pt modelId="{D730C46F-2807-4F62-BEE7-AC502D2622AB}" type="pres">
      <dgm:prSet presAssocID="{B03680C9-0535-488D-B550-0E94C9A60428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FD667A9-DD16-4849-A3D1-F6CAE30C94C2}" type="pres">
      <dgm:prSet presAssocID="{B03680C9-0535-488D-B550-0E94C9A6042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3D4936DD-A05F-46DE-BB5B-C9ED4B3A4C3B}" type="pres">
      <dgm:prSet presAssocID="{B03680C9-0535-488D-B550-0E94C9A60428}" presName="spaceRect" presStyleCnt="0"/>
      <dgm:spPr/>
    </dgm:pt>
    <dgm:pt modelId="{A83E6125-AA8E-4A77-9A8A-539EFBE0A6A3}" type="pres">
      <dgm:prSet presAssocID="{B03680C9-0535-488D-B550-0E94C9A6042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37B8E0C-70B3-4A06-90D6-3D9892B0BA5C}" type="presOf" srcId="{D78E00A1-3BAB-42B4-B3F6-758AD24FDC1A}" destId="{459CF095-F254-4EE0-BB83-1CDFA6388E5E}" srcOrd="0" destOrd="0" presId="urn:microsoft.com/office/officeart/2018/5/layout/IconLeafLabelList"/>
    <dgm:cxn modelId="{A42A6819-FAB0-4001-A788-7172FAC7C5CC}" srcId="{624BF241-6DE8-438F-BFEB-6ADFC72603F4}" destId="{D78E00A1-3BAB-42B4-B3F6-758AD24FDC1A}" srcOrd="0" destOrd="0" parTransId="{1ABFB8B2-2A7F-4BA2-8533-8DA72F03DED9}" sibTransId="{E2D2BA14-A9C1-4690-A9DC-377FA64F13A7}"/>
    <dgm:cxn modelId="{2A2BCF75-11FB-4EEA-98BC-BB90E8ADEAD7}" srcId="{624BF241-6DE8-438F-BFEB-6ADFC72603F4}" destId="{24B7644A-35C6-4FAE-9907-E836E84D326B}" srcOrd="1" destOrd="0" parTransId="{CEDE733E-F399-4635-A66A-2EE30E20A0B9}" sibTransId="{36C35F93-866F-4BFF-9D6A-448CF1D2635C}"/>
    <dgm:cxn modelId="{772C9D80-9CE1-4DB3-A504-2309FF997208}" srcId="{624BF241-6DE8-438F-BFEB-6ADFC72603F4}" destId="{9258786D-FA32-489F-9D69-8E65AB4B3DB0}" srcOrd="2" destOrd="0" parTransId="{38D0C7CE-ED8C-472C-8F4E-E46DE70EB4A1}" sibTransId="{83B40BA4-7783-45EC-BB0A-F48C85131E1B}"/>
    <dgm:cxn modelId="{8743459A-7FFD-4BE3-9EB7-AD431D13D908}" type="presOf" srcId="{624BF241-6DE8-438F-BFEB-6ADFC72603F4}" destId="{AD3D66CD-3C1F-49C9-89AE-792CAC1273C0}" srcOrd="0" destOrd="0" presId="urn:microsoft.com/office/officeart/2018/5/layout/IconLeafLabelList"/>
    <dgm:cxn modelId="{532EB89F-D0CE-4DFF-8978-6141476FD947}" type="presOf" srcId="{B03680C9-0535-488D-B550-0E94C9A60428}" destId="{A83E6125-AA8E-4A77-9A8A-539EFBE0A6A3}" srcOrd="0" destOrd="0" presId="urn:microsoft.com/office/officeart/2018/5/layout/IconLeafLabelList"/>
    <dgm:cxn modelId="{EB456DAC-D108-433E-BA4C-4386DA10F81F}" type="presOf" srcId="{9258786D-FA32-489F-9D69-8E65AB4B3DB0}" destId="{0B2393B3-212D-4422-AAC8-F11BF84F7DF5}" srcOrd="0" destOrd="0" presId="urn:microsoft.com/office/officeart/2018/5/layout/IconLeafLabelList"/>
    <dgm:cxn modelId="{1CA0FEC7-6541-4665-A36F-B2315A47AB5B}" type="presOf" srcId="{24B7644A-35C6-4FAE-9907-E836E84D326B}" destId="{3A0FE50E-B040-45F7-AE32-2CCB9FF091FA}" srcOrd="0" destOrd="0" presId="urn:microsoft.com/office/officeart/2018/5/layout/IconLeafLabelList"/>
    <dgm:cxn modelId="{036434DA-D790-486C-B2C8-C9D50B4E455B}" srcId="{624BF241-6DE8-438F-BFEB-6ADFC72603F4}" destId="{B03680C9-0535-488D-B550-0E94C9A60428}" srcOrd="3" destOrd="0" parTransId="{41C66B53-B4CC-4CF2-B0CB-4E5545ED3DE0}" sibTransId="{B6BCF8E7-C8D2-4D2D-BED9-313A40E010FA}"/>
    <dgm:cxn modelId="{7325DA0C-9562-476C-A6DA-6136FDA8EB5C}" type="presParOf" srcId="{AD3D66CD-3C1F-49C9-89AE-792CAC1273C0}" destId="{54544D9F-E252-45C2-BADB-9044B11A9D69}" srcOrd="0" destOrd="0" presId="urn:microsoft.com/office/officeart/2018/5/layout/IconLeafLabelList"/>
    <dgm:cxn modelId="{640EA47F-A7CA-4759-A6D6-6785EB72CE1A}" type="presParOf" srcId="{54544D9F-E252-45C2-BADB-9044B11A9D69}" destId="{2DD400A7-ABD1-4866-9067-42FEF18309C9}" srcOrd="0" destOrd="0" presId="urn:microsoft.com/office/officeart/2018/5/layout/IconLeafLabelList"/>
    <dgm:cxn modelId="{B8906E5F-9F1A-486F-8EAA-EF9EEA71CBC1}" type="presParOf" srcId="{54544D9F-E252-45C2-BADB-9044B11A9D69}" destId="{B6CE762A-E980-48CF-ABEB-187DBB4F1FEF}" srcOrd="1" destOrd="0" presId="urn:microsoft.com/office/officeart/2018/5/layout/IconLeafLabelList"/>
    <dgm:cxn modelId="{A6DE4E11-635D-4A40-8F3F-FAE544907C1F}" type="presParOf" srcId="{54544D9F-E252-45C2-BADB-9044B11A9D69}" destId="{552401B3-EFD2-4321-8BC3-498BF0CBDD7E}" srcOrd="2" destOrd="0" presId="urn:microsoft.com/office/officeart/2018/5/layout/IconLeafLabelList"/>
    <dgm:cxn modelId="{17C7A691-3EFB-4F56-B3AB-472E2B1CC69F}" type="presParOf" srcId="{54544D9F-E252-45C2-BADB-9044B11A9D69}" destId="{459CF095-F254-4EE0-BB83-1CDFA6388E5E}" srcOrd="3" destOrd="0" presId="urn:microsoft.com/office/officeart/2018/5/layout/IconLeafLabelList"/>
    <dgm:cxn modelId="{EE9C7A54-3DCB-4119-BEF3-CD5D09FBC23E}" type="presParOf" srcId="{AD3D66CD-3C1F-49C9-89AE-792CAC1273C0}" destId="{D263176E-8262-4E01-AB1C-8BD638148B80}" srcOrd="1" destOrd="0" presId="urn:microsoft.com/office/officeart/2018/5/layout/IconLeafLabelList"/>
    <dgm:cxn modelId="{32D22438-D254-4441-AEAD-B61AB4812130}" type="presParOf" srcId="{AD3D66CD-3C1F-49C9-89AE-792CAC1273C0}" destId="{413DD849-AF0F-4E9A-B52F-E11617B1A679}" srcOrd="2" destOrd="0" presId="urn:microsoft.com/office/officeart/2018/5/layout/IconLeafLabelList"/>
    <dgm:cxn modelId="{DD2DA1A8-2750-4298-9BC0-ABD3C1CDF7F9}" type="presParOf" srcId="{413DD849-AF0F-4E9A-B52F-E11617B1A679}" destId="{1CD8BEC8-1954-44A0-A434-4A38D31BAE54}" srcOrd="0" destOrd="0" presId="urn:microsoft.com/office/officeart/2018/5/layout/IconLeafLabelList"/>
    <dgm:cxn modelId="{D00D9C52-1509-47B8-83D6-C2C18E31D2B1}" type="presParOf" srcId="{413DD849-AF0F-4E9A-B52F-E11617B1A679}" destId="{07E33A53-B6CE-4C9D-8741-9AAA3AAA9F28}" srcOrd="1" destOrd="0" presId="urn:microsoft.com/office/officeart/2018/5/layout/IconLeafLabelList"/>
    <dgm:cxn modelId="{9BCB5302-C02A-410D-9B04-9731D40656B5}" type="presParOf" srcId="{413DD849-AF0F-4E9A-B52F-E11617B1A679}" destId="{8187A138-7ACD-4A8B-86E5-40D45B2C8350}" srcOrd="2" destOrd="0" presId="urn:microsoft.com/office/officeart/2018/5/layout/IconLeafLabelList"/>
    <dgm:cxn modelId="{C9454FCF-DFDC-4678-8D44-F10B40B3F1B8}" type="presParOf" srcId="{413DD849-AF0F-4E9A-B52F-E11617B1A679}" destId="{3A0FE50E-B040-45F7-AE32-2CCB9FF091FA}" srcOrd="3" destOrd="0" presId="urn:microsoft.com/office/officeart/2018/5/layout/IconLeafLabelList"/>
    <dgm:cxn modelId="{8C1527A0-0086-4788-81CA-087FBC98F332}" type="presParOf" srcId="{AD3D66CD-3C1F-49C9-89AE-792CAC1273C0}" destId="{741A915E-7F3C-4EC4-B278-7041071C23A8}" srcOrd="3" destOrd="0" presId="urn:microsoft.com/office/officeart/2018/5/layout/IconLeafLabelList"/>
    <dgm:cxn modelId="{EDE9D7CC-7538-4085-A870-D055BDAE0F6C}" type="presParOf" srcId="{AD3D66CD-3C1F-49C9-89AE-792CAC1273C0}" destId="{ECB4441F-4EEB-45C4-9EFB-8C802F2391EA}" srcOrd="4" destOrd="0" presId="urn:microsoft.com/office/officeart/2018/5/layout/IconLeafLabelList"/>
    <dgm:cxn modelId="{971A71B5-1D4B-4939-AE52-5136324F5CF6}" type="presParOf" srcId="{ECB4441F-4EEB-45C4-9EFB-8C802F2391EA}" destId="{F762C414-0E5E-4AC0-BC1C-312057D3D260}" srcOrd="0" destOrd="0" presId="urn:microsoft.com/office/officeart/2018/5/layout/IconLeafLabelList"/>
    <dgm:cxn modelId="{C68D5F2D-68BA-4E00-A760-DE8E74DFD676}" type="presParOf" srcId="{ECB4441F-4EEB-45C4-9EFB-8C802F2391EA}" destId="{70DC0B38-B528-4B1E-B618-0D696F29B7AE}" srcOrd="1" destOrd="0" presId="urn:microsoft.com/office/officeart/2018/5/layout/IconLeafLabelList"/>
    <dgm:cxn modelId="{FE78CBB8-ABA1-4884-813E-582780FFCCC4}" type="presParOf" srcId="{ECB4441F-4EEB-45C4-9EFB-8C802F2391EA}" destId="{FACDC901-D788-4C89-AC89-16970FFE843F}" srcOrd="2" destOrd="0" presId="urn:microsoft.com/office/officeart/2018/5/layout/IconLeafLabelList"/>
    <dgm:cxn modelId="{0C599C19-260F-48A1-9C63-F37A5B4A477F}" type="presParOf" srcId="{ECB4441F-4EEB-45C4-9EFB-8C802F2391EA}" destId="{0B2393B3-212D-4422-AAC8-F11BF84F7DF5}" srcOrd="3" destOrd="0" presId="urn:microsoft.com/office/officeart/2018/5/layout/IconLeafLabelList"/>
    <dgm:cxn modelId="{0C985824-25C6-41EC-A2BB-11B1BA94328C}" type="presParOf" srcId="{AD3D66CD-3C1F-49C9-89AE-792CAC1273C0}" destId="{C714C7BB-5630-4640-B20D-BB5633293B7F}" srcOrd="5" destOrd="0" presId="urn:microsoft.com/office/officeart/2018/5/layout/IconLeafLabelList"/>
    <dgm:cxn modelId="{A907C44F-921E-4B27-954C-0D9C6A9C334B}" type="presParOf" srcId="{AD3D66CD-3C1F-49C9-89AE-792CAC1273C0}" destId="{F0A78520-D4BC-4D6F-B88A-A7191F951630}" srcOrd="6" destOrd="0" presId="urn:microsoft.com/office/officeart/2018/5/layout/IconLeafLabelList"/>
    <dgm:cxn modelId="{58A9007A-E1F9-4945-80B0-9086D67153EA}" type="presParOf" srcId="{F0A78520-D4BC-4D6F-B88A-A7191F951630}" destId="{D730C46F-2807-4F62-BEE7-AC502D2622AB}" srcOrd="0" destOrd="0" presId="urn:microsoft.com/office/officeart/2018/5/layout/IconLeafLabelList"/>
    <dgm:cxn modelId="{7FCD02D2-231E-4B78-8C36-1F37A1995F2F}" type="presParOf" srcId="{F0A78520-D4BC-4D6F-B88A-A7191F951630}" destId="{8FD667A9-DD16-4849-A3D1-F6CAE30C94C2}" srcOrd="1" destOrd="0" presId="urn:microsoft.com/office/officeart/2018/5/layout/IconLeafLabelList"/>
    <dgm:cxn modelId="{4CD8AE5C-AF77-4AA2-8F90-706F2E3BEA80}" type="presParOf" srcId="{F0A78520-D4BC-4D6F-B88A-A7191F951630}" destId="{3D4936DD-A05F-46DE-BB5B-C9ED4B3A4C3B}" srcOrd="2" destOrd="0" presId="urn:microsoft.com/office/officeart/2018/5/layout/IconLeafLabelList"/>
    <dgm:cxn modelId="{0430E701-442F-4B0A-A16E-8A98C79BF564}" type="presParOf" srcId="{F0A78520-D4BC-4D6F-B88A-A7191F951630}" destId="{A83E6125-AA8E-4A77-9A8A-539EFBE0A6A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0B9DCB3-08D3-48EB-92DB-DDA3EA6B9192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3A8DB3D-DB08-47E8-859A-ABD04DFE37E0}">
      <dgm:prSet/>
      <dgm:spPr/>
      <dgm:t>
        <a:bodyPr/>
        <a:lstStyle/>
        <a:p>
          <a:r>
            <a:rPr lang="en-US"/>
            <a:t>Une bonne communication valorise un projet</a:t>
          </a:r>
        </a:p>
      </dgm:t>
    </dgm:pt>
    <dgm:pt modelId="{66901019-D1AD-45C9-B540-1A541CABE6D8}" type="parTrans" cxnId="{93B41E89-C4A5-4CEF-80EA-DA353A7B5D96}">
      <dgm:prSet/>
      <dgm:spPr/>
      <dgm:t>
        <a:bodyPr/>
        <a:lstStyle/>
        <a:p>
          <a:endParaRPr lang="en-US"/>
        </a:p>
      </dgm:t>
    </dgm:pt>
    <dgm:pt modelId="{4CF1C734-766E-45C4-BF51-89CE69A20D46}" type="sibTrans" cxnId="{93B41E89-C4A5-4CEF-80EA-DA353A7B5D96}">
      <dgm:prSet/>
      <dgm:spPr/>
      <dgm:t>
        <a:bodyPr/>
        <a:lstStyle/>
        <a:p>
          <a:endParaRPr lang="en-US"/>
        </a:p>
      </dgm:t>
    </dgm:pt>
    <dgm:pt modelId="{47DB0B4A-EC82-4401-8067-06A834FC6028}">
      <dgm:prSet/>
      <dgm:spPr/>
      <dgm:t>
        <a:bodyPr/>
        <a:lstStyle/>
        <a:p>
          <a:r>
            <a:rPr lang="en-US"/>
            <a:t>Le support influence la perception</a:t>
          </a:r>
        </a:p>
      </dgm:t>
    </dgm:pt>
    <dgm:pt modelId="{E771C4C2-0BEC-47D7-9C6B-C5A1A7628136}" type="parTrans" cxnId="{E068C8F6-2C58-4B88-973E-8FAF2634D8FF}">
      <dgm:prSet/>
      <dgm:spPr/>
      <dgm:t>
        <a:bodyPr/>
        <a:lstStyle/>
        <a:p>
          <a:endParaRPr lang="en-US"/>
        </a:p>
      </dgm:t>
    </dgm:pt>
    <dgm:pt modelId="{ECFD37BA-ECAC-4D59-B199-2244EEA4340B}" type="sibTrans" cxnId="{E068C8F6-2C58-4B88-973E-8FAF2634D8FF}">
      <dgm:prSet/>
      <dgm:spPr/>
      <dgm:t>
        <a:bodyPr/>
        <a:lstStyle/>
        <a:p>
          <a:endParaRPr lang="en-US"/>
        </a:p>
      </dgm:t>
    </dgm:pt>
    <dgm:pt modelId="{EBF0A4AC-9140-4EDC-92E3-0B72625B4DFE}">
      <dgm:prSet/>
      <dgm:spPr/>
      <dgm:t>
        <a:bodyPr/>
        <a:lstStyle/>
        <a:p>
          <a:r>
            <a:rPr lang="en-US"/>
            <a:t>Compétence essentielle dans le monde professionnel</a:t>
          </a:r>
        </a:p>
      </dgm:t>
    </dgm:pt>
    <dgm:pt modelId="{9EEF3F39-AC18-49B8-B29B-88FAB958AAA3}" type="parTrans" cxnId="{7DDAAE42-352E-45AF-8FF5-0D3AB2BA7B3D}">
      <dgm:prSet/>
      <dgm:spPr/>
      <dgm:t>
        <a:bodyPr/>
        <a:lstStyle/>
        <a:p>
          <a:endParaRPr lang="en-US"/>
        </a:p>
      </dgm:t>
    </dgm:pt>
    <dgm:pt modelId="{A881F512-44C3-4AA2-A1AB-E327749A4D6A}" type="sibTrans" cxnId="{7DDAAE42-352E-45AF-8FF5-0D3AB2BA7B3D}">
      <dgm:prSet/>
      <dgm:spPr/>
      <dgm:t>
        <a:bodyPr/>
        <a:lstStyle/>
        <a:p>
          <a:endParaRPr lang="en-US"/>
        </a:p>
      </dgm:t>
    </dgm:pt>
    <dgm:pt modelId="{5F635852-9B65-42FE-A491-1CD0DAC65A26}" type="pres">
      <dgm:prSet presAssocID="{10B9DCB3-08D3-48EB-92DB-DDA3EA6B9192}" presName="linear" presStyleCnt="0">
        <dgm:presLayoutVars>
          <dgm:dir/>
          <dgm:animLvl val="lvl"/>
          <dgm:resizeHandles val="exact"/>
        </dgm:presLayoutVars>
      </dgm:prSet>
      <dgm:spPr/>
    </dgm:pt>
    <dgm:pt modelId="{D11AB7B9-A762-4F1F-8CB7-B0357C5C62FD}" type="pres">
      <dgm:prSet presAssocID="{33A8DB3D-DB08-47E8-859A-ABD04DFE37E0}" presName="parentLin" presStyleCnt="0"/>
      <dgm:spPr/>
    </dgm:pt>
    <dgm:pt modelId="{5B606082-324A-4E1F-9B33-238D0993A642}" type="pres">
      <dgm:prSet presAssocID="{33A8DB3D-DB08-47E8-859A-ABD04DFE37E0}" presName="parentLeftMargin" presStyleLbl="node1" presStyleIdx="0" presStyleCnt="3"/>
      <dgm:spPr/>
    </dgm:pt>
    <dgm:pt modelId="{F136ADC3-6778-4833-9422-DC38D589C6A4}" type="pres">
      <dgm:prSet presAssocID="{33A8DB3D-DB08-47E8-859A-ABD04DFE37E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DB3CA50-D863-4117-B4DC-BF33F2CA1BE3}" type="pres">
      <dgm:prSet presAssocID="{33A8DB3D-DB08-47E8-859A-ABD04DFE37E0}" presName="negativeSpace" presStyleCnt="0"/>
      <dgm:spPr/>
    </dgm:pt>
    <dgm:pt modelId="{46F51730-AD77-4340-BF17-C422C6018797}" type="pres">
      <dgm:prSet presAssocID="{33A8DB3D-DB08-47E8-859A-ABD04DFE37E0}" presName="childText" presStyleLbl="conFgAcc1" presStyleIdx="0" presStyleCnt="3">
        <dgm:presLayoutVars>
          <dgm:bulletEnabled val="1"/>
        </dgm:presLayoutVars>
      </dgm:prSet>
      <dgm:spPr/>
    </dgm:pt>
    <dgm:pt modelId="{0A21EEEB-167B-4E01-A1B7-25F89BCA4631}" type="pres">
      <dgm:prSet presAssocID="{4CF1C734-766E-45C4-BF51-89CE69A20D46}" presName="spaceBetweenRectangles" presStyleCnt="0"/>
      <dgm:spPr/>
    </dgm:pt>
    <dgm:pt modelId="{E104CB46-826E-4929-9AB7-E3F4C3994F18}" type="pres">
      <dgm:prSet presAssocID="{47DB0B4A-EC82-4401-8067-06A834FC6028}" presName="parentLin" presStyleCnt="0"/>
      <dgm:spPr/>
    </dgm:pt>
    <dgm:pt modelId="{B3DFEA27-A467-4248-AC2E-93B190B4EF82}" type="pres">
      <dgm:prSet presAssocID="{47DB0B4A-EC82-4401-8067-06A834FC6028}" presName="parentLeftMargin" presStyleLbl="node1" presStyleIdx="0" presStyleCnt="3"/>
      <dgm:spPr/>
    </dgm:pt>
    <dgm:pt modelId="{8DC1FA73-3950-4F88-9C20-EF6BBFF70B40}" type="pres">
      <dgm:prSet presAssocID="{47DB0B4A-EC82-4401-8067-06A834FC602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818AC3A-9508-460C-B887-C07ADE3033F4}" type="pres">
      <dgm:prSet presAssocID="{47DB0B4A-EC82-4401-8067-06A834FC6028}" presName="negativeSpace" presStyleCnt="0"/>
      <dgm:spPr/>
    </dgm:pt>
    <dgm:pt modelId="{93842034-CBAD-49B3-805B-8E40926946DC}" type="pres">
      <dgm:prSet presAssocID="{47DB0B4A-EC82-4401-8067-06A834FC6028}" presName="childText" presStyleLbl="conFgAcc1" presStyleIdx="1" presStyleCnt="3">
        <dgm:presLayoutVars>
          <dgm:bulletEnabled val="1"/>
        </dgm:presLayoutVars>
      </dgm:prSet>
      <dgm:spPr/>
    </dgm:pt>
    <dgm:pt modelId="{90C6A3CC-F6BD-40B1-9EB6-9B4F005B0CBB}" type="pres">
      <dgm:prSet presAssocID="{ECFD37BA-ECAC-4D59-B199-2244EEA4340B}" presName="spaceBetweenRectangles" presStyleCnt="0"/>
      <dgm:spPr/>
    </dgm:pt>
    <dgm:pt modelId="{311D5D77-FDE7-4C90-BE34-DBAF33AA1A4C}" type="pres">
      <dgm:prSet presAssocID="{EBF0A4AC-9140-4EDC-92E3-0B72625B4DFE}" presName="parentLin" presStyleCnt="0"/>
      <dgm:spPr/>
    </dgm:pt>
    <dgm:pt modelId="{476395DD-ED82-464D-B226-6BDFC6B41FB5}" type="pres">
      <dgm:prSet presAssocID="{EBF0A4AC-9140-4EDC-92E3-0B72625B4DFE}" presName="parentLeftMargin" presStyleLbl="node1" presStyleIdx="1" presStyleCnt="3"/>
      <dgm:spPr/>
    </dgm:pt>
    <dgm:pt modelId="{3EEF561F-D237-49CC-A5C2-676415095226}" type="pres">
      <dgm:prSet presAssocID="{EBF0A4AC-9140-4EDC-92E3-0B72625B4DF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BD9EE8E-FCDF-4824-81A8-1441ED0359A8}" type="pres">
      <dgm:prSet presAssocID="{EBF0A4AC-9140-4EDC-92E3-0B72625B4DFE}" presName="negativeSpace" presStyleCnt="0"/>
      <dgm:spPr/>
    </dgm:pt>
    <dgm:pt modelId="{723E2EEA-9329-498C-85CD-763435C8950E}" type="pres">
      <dgm:prSet presAssocID="{EBF0A4AC-9140-4EDC-92E3-0B72625B4DFE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40D5322-36C9-4E97-8CB0-19F1C190FDA5}" type="presOf" srcId="{33A8DB3D-DB08-47E8-859A-ABD04DFE37E0}" destId="{F136ADC3-6778-4833-9422-DC38D589C6A4}" srcOrd="1" destOrd="0" presId="urn:microsoft.com/office/officeart/2005/8/layout/list1"/>
    <dgm:cxn modelId="{7DDAAE42-352E-45AF-8FF5-0D3AB2BA7B3D}" srcId="{10B9DCB3-08D3-48EB-92DB-DDA3EA6B9192}" destId="{EBF0A4AC-9140-4EDC-92E3-0B72625B4DFE}" srcOrd="2" destOrd="0" parTransId="{9EEF3F39-AC18-49B8-B29B-88FAB958AAA3}" sibTransId="{A881F512-44C3-4AA2-A1AB-E327749A4D6A}"/>
    <dgm:cxn modelId="{93B41E89-C4A5-4CEF-80EA-DA353A7B5D96}" srcId="{10B9DCB3-08D3-48EB-92DB-DDA3EA6B9192}" destId="{33A8DB3D-DB08-47E8-859A-ABD04DFE37E0}" srcOrd="0" destOrd="0" parTransId="{66901019-D1AD-45C9-B540-1A541CABE6D8}" sibTransId="{4CF1C734-766E-45C4-BF51-89CE69A20D46}"/>
    <dgm:cxn modelId="{CB0B929A-182B-4CEF-8DFD-D836076E2220}" type="presOf" srcId="{47DB0B4A-EC82-4401-8067-06A834FC6028}" destId="{B3DFEA27-A467-4248-AC2E-93B190B4EF82}" srcOrd="0" destOrd="0" presId="urn:microsoft.com/office/officeart/2005/8/layout/list1"/>
    <dgm:cxn modelId="{A5190DB3-115B-45B8-A167-18EF9E10FA42}" type="presOf" srcId="{EBF0A4AC-9140-4EDC-92E3-0B72625B4DFE}" destId="{476395DD-ED82-464D-B226-6BDFC6B41FB5}" srcOrd="0" destOrd="0" presId="urn:microsoft.com/office/officeart/2005/8/layout/list1"/>
    <dgm:cxn modelId="{6E020ACC-838B-4296-A2AB-063BF2C63F17}" type="presOf" srcId="{EBF0A4AC-9140-4EDC-92E3-0B72625B4DFE}" destId="{3EEF561F-D237-49CC-A5C2-676415095226}" srcOrd="1" destOrd="0" presId="urn:microsoft.com/office/officeart/2005/8/layout/list1"/>
    <dgm:cxn modelId="{D0567ADD-DF7C-4125-8E73-E02CFDFB07E3}" type="presOf" srcId="{10B9DCB3-08D3-48EB-92DB-DDA3EA6B9192}" destId="{5F635852-9B65-42FE-A491-1CD0DAC65A26}" srcOrd="0" destOrd="0" presId="urn:microsoft.com/office/officeart/2005/8/layout/list1"/>
    <dgm:cxn modelId="{98CA72F5-67D7-4766-9F00-9349D06AF6E5}" type="presOf" srcId="{33A8DB3D-DB08-47E8-859A-ABD04DFE37E0}" destId="{5B606082-324A-4E1F-9B33-238D0993A642}" srcOrd="0" destOrd="0" presId="urn:microsoft.com/office/officeart/2005/8/layout/list1"/>
    <dgm:cxn modelId="{E068C8F6-2C58-4B88-973E-8FAF2634D8FF}" srcId="{10B9DCB3-08D3-48EB-92DB-DDA3EA6B9192}" destId="{47DB0B4A-EC82-4401-8067-06A834FC6028}" srcOrd="1" destOrd="0" parTransId="{E771C4C2-0BEC-47D7-9C6B-C5A1A7628136}" sibTransId="{ECFD37BA-ECAC-4D59-B199-2244EEA4340B}"/>
    <dgm:cxn modelId="{FCC166FF-E0F4-4DD6-9DDC-3AA090602438}" type="presOf" srcId="{47DB0B4A-EC82-4401-8067-06A834FC6028}" destId="{8DC1FA73-3950-4F88-9C20-EF6BBFF70B40}" srcOrd="1" destOrd="0" presId="urn:microsoft.com/office/officeart/2005/8/layout/list1"/>
    <dgm:cxn modelId="{5FD7DA5D-5CBB-4C89-9D8C-1993209B33FC}" type="presParOf" srcId="{5F635852-9B65-42FE-A491-1CD0DAC65A26}" destId="{D11AB7B9-A762-4F1F-8CB7-B0357C5C62FD}" srcOrd="0" destOrd="0" presId="urn:microsoft.com/office/officeart/2005/8/layout/list1"/>
    <dgm:cxn modelId="{9AA4CB62-1F6C-4E8D-A99B-5B13F0362032}" type="presParOf" srcId="{D11AB7B9-A762-4F1F-8CB7-B0357C5C62FD}" destId="{5B606082-324A-4E1F-9B33-238D0993A642}" srcOrd="0" destOrd="0" presId="urn:microsoft.com/office/officeart/2005/8/layout/list1"/>
    <dgm:cxn modelId="{BDFF0BC1-B111-47F1-A70A-3DCAF3AE6FA7}" type="presParOf" srcId="{D11AB7B9-A762-4F1F-8CB7-B0357C5C62FD}" destId="{F136ADC3-6778-4833-9422-DC38D589C6A4}" srcOrd="1" destOrd="0" presId="urn:microsoft.com/office/officeart/2005/8/layout/list1"/>
    <dgm:cxn modelId="{833EE51F-E021-4F94-B0DB-72CA7014B29E}" type="presParOf" srcId="{5F635852-9B65-42FE-A491-1CD0DAC65A26}" destId="{FDB3CA50-D863-4117-B4DC-BF33F2CA1BE3}" srcOrd="1" destOrd="0" presId="urn:microsoft.com/office/officeart/2005/8/layout/list1"/>
    <dgm:cxn modelId="{DFE99E60-48B5-4737-8AB0-3DB53D81DA46}" type="presParOf" srcId="{5F635852-9B65-42FE-A491-1CD0DAC65A26}" destId="{46F51730-AD77-4340-BF17-C422C6018797}" srcOrd="2" destOrd="0" presId="urn:microsoft.com/office/officeart/2005/8/layout/list1"/>
    <dgm:cxn modelId="{BE84DF62-0C58-4C28-8A92-D77D98AA884D}" type="presParOf" srcId="{5F635852-9B65-42FE-A491-1CD0DAC65A26}" destId="{0A21EEEB-167B-4E01-A1B7-25F89BCA4631}" srcOrd="3" destOrd="0" presId="urn:microsoft.com/office/officeart/2005/8/layout/list1"/>
    <dgm:cxn modelId="{51DD7812-CDAC-4C4C-A67F-BC9DE22CF1D9}" type="presParOf" srcId="{5F635852-9B65-42FE-A491-1CD0DAC65A26}" destId="{E104CB46-826E-4929-9AB7-E3F4C3994F18}" srcOrd="4" destOrd="0" presId="urn:microsoft.com/office/officeart/2005/8/layout/list1"/>
    <dgm:cxn modelId="{45786F41-B726-4424-9C54-B11D5F09AA43}" type="presParOf" srcId="{E104CB46-826E-4929-9AB7-E3F4C3994F18}" destId="{B3DFEA27-A467-4248-AC2E-93B190B4EF82}" srcOrd="0" destOrd="0" presId="urn:microsoft.com/office/officeart/2005/8/layout/list1"/>
    <dgm:cxn modelId="{A5176F7D-4021-4225-A3D4-DDA760C3DE89}" type="presParOf" srcId="{E104CB46-826E-4929-9AB7-E3F4C3994F18}" destId="{8DC1FA73-3950-4F88-9C20-EF6BBFF70B40}" srcOrd="1" destOrd="0" presId="urn:microsoft.com/office/officeart/2005/8/layout/list1"/>
    <dgm:cxn modelId="{D0A99F84-45A2-4CDE-9A71-EE552ED97826}" type="presParOf" srcId="{5F635852-9B65-42FE-A491-1CD0DAC65A26}" destId="{B818AC3A-9508-460C-B887-C07ADE3033F4}" srcOrd="5" destOrd="0" presId="urn:microsoft.com/office/officeart/2005/8/layout/list1"/>
    <dgm:cxn modelId="{4193678E-5195-4822-9B80-C6D2FFDDE0CF}" type="presParOf" srcId="{5F635852-9B65-42FE-A491-1CD0DAC65A26}" destId="{93842034-CBAD-49B3-805B-8E40926946DC}" srcOrd="6" destOrd="0" presId="urn:microsoft.com/office/officeart/2005/8/layout/list1"/>
    <dgm:cxn modelId="{A647D0EF-A4C5-4414-908E-29C4B97FB3ED}" type="presParOf" srcId="{5F635852-9B65-42FE-A491-1CD0DAC65A26}" destId="{90C6A3CC-F6BD-40B1-9EB6-9B4F005B0CBB}" srcOrd="7" destOrd="0" presId="urn:microsoft.com/office/officeart/2005/8/layout/list1"/>
    <dgm:cxn modelId="{299223E2-BE1B-4759-A11E-4A650B1D32E7}" type="presParOf" srcId="{5F635852-9B65-42FE-A491-1CD0DAC65A26}" destId="{311D5D77-FDE7-4C90-BE34-DBAF33AA1A4C}" srcOrd="8" destOrd="0" presId="urn:microsoft.com/office/officeart/2005/8/layout/list1"/>
    <dgm:cxn modelId="{0F478B2A-ED0A-464E-833E-D40B3C28ED74}" type="presParOf" srcId="{311D5D77-FDE7-4C90-BE34-DBAF33AA1A4C}" destId="{476395DD-ED82-464D-B226-6BDFC6B41FB5}" srcOrd="0" destOrd="0" presId="urn:microsoft.com/office/officeart/2005/8/layout/list1"/>
    <dgm:cxn modelId="{A6F4A7A8-7CB2-4ABE-8232-02A4CFD78D5C}" type="presParOf" srcId="{311D5D77-FDE7-4C90-BE34-DBAF33AA1A4C}" destId="{3EEF561F-D237-49CC-A5C2-676415095226}" srcOrd="1" destOrd="0" presId="urn:microsoft.com/office/officeart/2005/8/layout/list1"/>
    <dgm:cxn modelId="{84B088EE-B74B-4C16-8236-3B03C00543E7}" type="presParOf" srcId="{5F635852-9B65-42FE-A491-1CD0DAC65A26}" destId="{ABD9EE8E-FCDF-4824-81A8-1441ED0359A8}" srcOrd="9" destOrd="0" presId="urn:microsoft.com/office/officeart/2005/8/layout/list1"/>
    <dgm:cxn modelId="{BE0AA77F-5141-4736-AD7B-C79A11C02172}" type="presParOf" srcId="{5F635852-9B65-42FE-A491-1CD0DAC65A26}" destId="{723E2EEA-9329-498C-85CD-763435C8950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A69FA8-0938-4F61-99B0-2063FB5C84BE}">
      <dsp:nvSpPr>
        <dsp:cNvPr id="0" name=""/>
        <dsp:cNvSpPr/>
      </dsp:nvSpPr>
      <dsp:spPr>
        <a:xfrm>
          <a:off x="700668" y="418027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4A8F64-91A3-409E-9DC8-4201D0D15A83}">
      <dsp:nvSpPr>
        <dsp:cNvPr id="0" name=""/>
        <dsp:cNvSpPr/>
      </dsp:nvSpPr>
      <dsp:spPr>
        <a:xfrm>
          <a:off x="1117481" y="834840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5B775E-BEFB-4137-80B3-326B16F9BC1B}">
      <dsp:nvSpPr>
        <dsp:cNvPr id="0" name=""/>
        <dsp:cNvSpPr/>
      </dsp:nvSpPr>
      <dsp:spPr>
        <a:xfrm>
          <a:off x="75449" y="298302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La communication est un élément clé dans la valorisation d’un projet technique.</a:t>
          </a:r>
        </a:p>
      </dsp:txBody>
      <dsp:txXfrm>
        <a:off x="75449" y="2983028"/>
        <a:ext cx="3206250" cy="720000"/>
      </dsp:txXfrm>
    </dsp:sp>
    <dsp:sp modelId="{D0BC9326-0023-40AA-838D-ECFCD4082B71}">
      <dsp:nvSpPr>
        <dsp:cNvPr id="0" name=""/>
        <dsp:cNvSpPr/>
      </dsp:nvSpPr>
      <dsp:spPr>
        <a:xfrm>
          <a:off x="4468012" y="418027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1741C5-C6EC-44D1-8DB6-407C2F718A85}">
      <dsp:nvSpPr>
        <dsp:cNvPr id="0" name=""/>
        <dsp:cNvSpPr/>
      </dsp:nvSpPr>
      <dsp:spPr>
        <a:xfrm>
          <a:off x="4884824" y="834840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C1002D-51F7-4DCB-81A6-65582958B65E}">
      <dsp:nvSpPr>
        <dsp:cNvPr id="0" name=""/>
        <dsp:cNvSpPr/>
      </dsp:nvSpPr>
      <dsp:spPr>
        <a:xfrm>
          <a:off x="3842793" y="298302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Un bon contenu mal communiqué perd de son impact.</a:t>
          </a:r>
        </a:p>
      </dsp:txBody>
      <dsp:txXfrm>
        <a:off x="3842793" y="2983028"/>
        <a:ext cx="3206250" cy="720000"/>
      </dsp:txXfrm>
    </dsp:sp>
    <dsp:sp modelId="{974D06AC-85D4-48C3-85B1-892A4A36A963}">
      <dsp:nvSpPr>
        <dsp:cNvPr id="0" name=""/>
        <dsp:cNvSpPr/>
      </dsp:nvSpPr>
      <dsp:spPr>
        <a:xfrm>
          <a:off x="8235356" y="418027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316D67-60F5-472E-98B0-7F7DD5FA8A7A}">
      <dsp:nvSpPr>
        <dsp:cNvPr id="0" name=""/>
        <dsp:cNvSpPr/>
      </dsp:nvSpPr>
      <dsp:spPr>
        <a:xfrm>
          <a:off x="8652168" y="834840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FBE7D-6137-4FF4-8DF8-23FC4A09A54C}">
      <dsp:nvSpPr>
        <dsp:cNvPr id="0" name=""/>
        <dsp:cNvSpPr/>
      </dsp:nvSpPr>
      <dsp:spPr>
        <a:xfrm>
          <a:off x="7610137" y="298302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L’objectif de ce travail est d’analyser, avec un regard extérieur, la communication de trois anciens étudiants EPHEC.</a:t>
          </a:r>
        </a:p>
      </dsp:txBody>
      <dsp:txXfrm>
        <a:off x="7610137" y="2983028"/>
        <a:ext cx="320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484D7E-F5D5-4187-A8EB-3197A9EF5D48}">
      <dsp:nvSpPr>
        <dsp:cNvPr id="0" name=""/>
        <dsp:cNvSpPr/>
      </dsp:nvSpPr>
      <dsp:spPr>
        <a:xfrm rot="5400000">
          <a:off x="6708968" y="-2613493"/>
          <a:ext cx="1394961" cy="6970775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rapport </a:t>
          </a:r>
          <a:r>
            <a:rPr lang="en-US" sz="1900" kern="1200" dirty="0" err="1"/>
            <a:t>écrit</a:t>
          </a:r>
          <a:r>
            <a:rPr lang="en-US" sz="1900" kern="1200" dirty="0"/>
            <a:t> (TFE)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err="1"/>
            <a:t>présentation</a:t>
          </a:r>
          <a:r>
            <a:rPr lang="en-US" sz="1900" kern="1200" dirty="0"/>
            <a:t> </a:t>
          </a:r>
          <a:r>
            <a:rPr lang="en-US" sz="1900" kern="1200" dirty="0" err="1"/>
            <a:t>orale</a:t>
          </a:r>
          <a:r>
            <a:rPr lang="en-US" sz="1900" kern="1200" dirty="0"/>
            <a:t> / </a:t>
          </a:r>
          <a:r>
            <a:rPr lang="en-US" sz="1900" kern="1200" dirty="0" err="1"/>
            <a:t>visuelle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communication </a:t>
          </a:r>
          <a:r>
            <a:rPr lang="en-US" sz="1900" kern="1200" dirty="0" err="1"/>
            <a:t>globale</a:t>
          </a:r>
          <a:endParaRPr lang="en-US" sz="1900" kern="1200" dirty="0"/>
        </a:p>
      </dsp:txBody>
      <dsp:txXfrm rot="-5400000">
        <a:off x="3921061" y="242510"/>
        <a:ext cx="6902679" cy="1258769"/>
      </dsp:txXfrm>
    </dsp:sp>
    <dsp:sp modelId="{F04AD7B0-2E0E-4C9F-A4EA-3E7C8B8151CC}">
      <dsp:nvSpPr>
        <dsp:cNvPr id="0" name=""/>
        <dsp:cNvSpPr/>
      </dsp:nvSpPr>
      <dsp:spPr>
        <a:xfrm>
          <a:off x="0" y="43"/>
          <a:ext cx="3921061" cy="174370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Trois supports </a:t>
          </a:r>
          <a:r>
            <a:rPr lang="en-US" sz="3100" kern="1200" dirty="0" err="1"/>
            <a:t>analysés</a:t>
          </a:r>
          <a:r>
            <a:rPr lang="en-US" sz="3100" kern="1200" dirty="0"/>
            <a:t> :</a:t>
          </a:r>
        </a:p>
      </dsp:txBody>
      <dsp:txXfrm>
        <a:off x="85120" y="85163"/>
        <a:ext cx="3750821" cy="1573461"/>
      </dsp:txXfrm>
    </dsp:sp>
    <dsp:sp modelId="{D0BD4764-C931-49E4-8C9F-272FEA9352A0}">
      <dsp:nvSpPr>
        <dsp:cNvPr id="0" name=""/>
        <dsp:cNvSpPr/>
      </dsp:nvSpPr>
      <dsp:spPr>
        <a:xfrm rot="5400000">
          <a:off x="6708968" y="-782607"/>
          <a:ext cx="1394961" cy="6970775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err="1"/>
            <a:t>clarté</a:t>
          </a:r>
          <a:r>
            <a:rPr lang="en-US" sz="1900" kern="1200" dirty="0"/>
            <a:t> du message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structure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err="1"/>
            <a:t>lisibilité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err="1"/>
            <a:t>professionnalisme</a:t>
          </a:r>
          <a:endParaRPr lang="en-US" sz="1900" kern="1200" dirty="0"/>
        </a:p>
      </dsp:txBody>
      <dsp:txXfrm rot="-5400000">
        <a:off x="3921061" y="2073396"/>
        <a:ext cx="6902679" cy="1258769"/>
      </dsp:txXfrm>
    </dsp:sp>
    <dsp:sp modelId="{D37A5AFD-5740-4248-A5F3-CF7A101EBE38}">
      <dsp:nvSpPr>
        <dsp:cNvPr id="0" name=""/>
        <dsp:cNvSpPr/>
      </dsp:nvSpPr>
      <dsp:spPr>
        <a:xfrm>
          <a:off x="0" y="1830930"/>
          <a:ext cx="3921061" cy="174370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Critères</a:t>
          </a:r>
          <a:r>
            <a:rPr lang="en-US" sz="3100" kern="1200" dirty="0"/>
            <a:t> </a:t>
          </a:r>
          <a:r>
            <a:rPr lang="en-US" sz="3100" kern="1200" dirty="0" err="1"/>
            <a:t>d’analyse</a:t>
          </a:r>
          <a:r>
            <a:rPr lang="en-US" sz="3100" kern="1200" dirty="0"/>
            <a:t> :</a:t>
          </a:r>
        </a:p>
      </dsp:txBody>
      <dsp:txXfrm>
        <a:off x="85120" y="1916050"/>
        <a:ext cx="3750821" cy="15734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166EFC-FDA9-4278-85D8-0A80A55826F3}">
      <dsp:nvSpPr>
        <dsp:cNvPr id="0" name=""/>
        <dsp:cNvSpPr/>
      </dsp:nvSpPr>
      <dsp:spPr>
        <a:xfrm>
          <a:off x="234799" y="478"/>
          <a:ext cx="2246942" cy="224694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Conclusion vidéo :</a:t>
          </a:r>
          <a:endParaRPr lang="en-US" sz="1800" kern="1200"/>
        </a:p>
      </dsp:txBody>
      <dsp:txXfrm>
        <a:off x="563856" y="329535"/>
        <a:ext cx="1588828" cy="1588828"/>
      </dsp:txXfrm>
    </dsp:sp>
    <dsp:sp modelId="{7BD7EA80-B018-414C-814B-4391B485BE2A}">
      <dsp:nvSpPr>
        <dsp:cNvPr id="0" name=""/>
        <dsp:cNvSpPr/>
      </dsp:nvSpPr>
      <dsp:spPr>
        <a:xfrm rot="5400000">
          <a:off x="2667114" y="826230"/>
          <a:ext cx="786429" cy="595439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AD8240-5334-47E5-9857-C0273960F8B7}">
      <dsp:nvSpPr>
        <dsp:cNvPr id="0" name=""/>
        <dsp:cNvSpPr/>
      </dsp:nvSpPr>
      <dsp:spPr>
        <a:xfrm>
          <a:off x="3605213" y="478"/>
          <a:ext cx="2246942" cy="224694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Une vidéo rassurante sur le fond, mais peu engageante sur la forme</a:t>
          </a:r>
        </a:p>
      </dsp:txBody>
      <dsp:txXfrm>
        <a:off x="3934270" y="329535"/>
        <a:ext cx="1588828" cy="15888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9B9D84-1973-4211-9337-B67AFC5A3066}">
      <dsp:nvSpPr>
        <dsp:cNvPr id="0" name=""/>
        <dsp:cNvSpPr/>
      </dsp:nvSpPr>
      <dsp:spPr>
        <a:xfrm>
          <a:off x="596224" y="239300"/>
          <a:ext cx="1681312" cy="16813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814D26-8E0E-4C68-AEA2-67894D360AFE}">
      <dsp:nvSpPr>
        <dsp:cNvPr id="0" name=""/>
        <dsp:cNvSpPr/>
      </dsp:nvSpPr>
      <dsp:spPr>
        <a:xfrm>
          <a:off x="954536" y="597612"/>
          <a:ext cx="964687" cy="9646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3D3636-0CA8-41DB-9FE4-22BD089486A6}">
      <dsp:nvSpPr>
        <dsp:cNvPr id="0" name=""/>
        <dsp:cNvSpPr/>
      </dsp:nvSpPr>
      <dsp:spPr>
        <a:xfrm>
          <a:off x="58755" y="2444300"/>
          <a:ext cx="27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1" kern="1200"/>
            <a:t>Conclusion vidéo :</a:t>
          </a:r>
          <a:endParaRPr lang="en-US" sz="1300" kern="1200"/>
        </a:p>
      </dsp:txBody>
      <dsp:txXfrm>
        <a:off x="58755" y="2444300"/>
        <a:ext cx="2756250" cy="720000"/>
      </dsp:txXfrm>
    </dsp:sp>
    <dsp:sp modelId="{1E76B93B-7324-4E6A-9441-2E71ACE4D56D}">
      <dsp:nvSpPr>
        <dsp:cNvPr id="0" name=""/>
        <dsp:cNvSpPr/>
      </dsp:nvSpPr>
      <dsp:spPr>
        <a:xfrm>
          <a:off x="3834818" y="239300"/>
          <a:ext cx="1681312" cy="16813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EF2558-D3D5-4A19-98DE-215D1014C801}">
      <dsp:nvSpPr>
        <dsp:cNvPr id="0" name=""/>
        <dsp:cNvSpPr/>
      </dsp:nvSpPr>
      <dsp:spPr>
        <a:xfrm>
          <a:off x="4193130" y="597612"/>
          <a:ext cx="964687" cy="9646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56F391-BEF2-4116-9B59-1C142B1DBC22}">
      <dsp:nvSpPr>
        <dsp:cNvPr id="0" name=""/>
        <dsp:cNvSpPr/>
      </dsp:nvSpPr>
      <dsp:spPr>
        <a:xfrm>
          <a:off x="3297349" y="2444300"/>
          <a:ext cx="27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Une communication plus engageante, mais encore perfectible sur la structure</a:t>
          </a:r>
        </a:p>
      </dsp:txBody>
      <dsp:txXfrm>
        <a:off x="3297349" y="2444300"/>
        <a:ext cx="27562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EA1419-D0B6-4645-92E1-2A4F077D4031}">
      <dsp:nvSpPr>
        <dsp:cNvPr id="0" name=""/>
        <dsp:cNvSpPr/>
      </dsp:nvSpPr>
      <dsp:spPr>
        <a:xfrm>
          <a:off x="0" y="462279"/>
          <a:ext cx="5312255" cy="85344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7990FE-BD3F-46D3-A9B8-091777922332}">
      <dsp:nvSpPr>
        <dsp:cNvPr id="0" name=""/>
        <dsp:cNvSpPr/>
      </dsp:nvSpPr>
      <dsp:spPr>
        <a:xfrm>
          <a:off x="258165" y="654303"/>
          <a:ext cx="469392" cy="4693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6C3130-1F4C-45D9-8EE6-757A65507E20}">
      <dsp:nvSpPr>
        <dsp:cNvPr id="0" name=""/>
        <dsp:cNvSpPr/>
      </dsp:nvSpPr>
      <dsp:spPr>
        <a:xfrm>
          <a:off x="985723" y="462279"/>
          <a:ext cx="4326531" cy="853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322" tIns="90322" rIns="90322" bIns="9032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Conclusion site web :</a:t>
          </a:r>
          <a:endParaRPr lang="en-US" sz="1900" kern="1200"/>
        </a:p>
      </dsp:txBody>
      <dsp:txXfrm>
        <a:off x="985723" y="462279"/>
        <a:ext cx="4326531" cy="853440"/>
      </dsp:txXfrm>
    </dsp:sp>
    <dsp:sp modelId="{47614977-4A00-4B1A-BE0E-A02B24590D03}">
      <dsp:nvSpPr>
        <dsp:cNvPr id="0" name=""/>
        <dsp:cNvSpPr/>
      </dsp:nvSpPr>
      <dsp:spPr>
        <a:xfrm>
          <a:off x="0" y="1529080"/>
          <a:ext cx="5312255" cy="85344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672527-4232-46A9-9627-3BC3D6AB4B17}">
      <dsp:nvSpPr>
        <dsp:cNvPr id="0" name=""/>
        <dsp:cNvSpPr/>
      </dsp:nvSpPr>
      <dsp:spPr>
        <a:xfrm>
          <a:off x="258165" y="1721104"/>
          <a:ext cx="469392" cy="4693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DD5CFA-5D73-4331-B98F-CB8BDDDD0888}">
      <dsp:nvSpPr>
        <dsp:cNvPr id="0" name=""/>
        <dsp:cNvSpPr/>
      </dsp:nvSpPr>
      <dsp:spPr>
        <a:xfrm>
          <a:off x="985723" y="1529080"/>
          <a:ext cx="4326531" cy="853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322" tIns="90322" rIns="90322" bIns="9032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Un site efficace pour capter l’attention et valoriser une image personnelle</a:t>
          </a:r>
        </a:p>
      </dsp:txBody>
      <dsp:txXfrm>
        <a:off x="985723" y="1529080"/>
        <a:ext cx="4326531" cy="8534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D400A7-ABD1-4866-9067-42FEF18309C9}">
      <dsp:nvSpPr>
        <dsp:cNvPr id="0" name=""/>
        <dsp:cNvSpPr/>
      </dsp:nvSpPr>
      <dsp:spPr>
        <a:xfrm>
          <a:off x="549582" y="480041"/>
          <a:ext cx="1444626" cy="1444626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CE762A-E980-48CF-ABEB-187DBB4F1FEF}">
      <dsp:nvSpPr>
        <dsp:cNvPr id="0" name=""/>
        <dsp:cNvSpPr/>
      </dsp:nvSpPr>
      <dsp:spPr>
        <a:xfrm>
          <a:off x="857453" y="787912"/>
          <a:ext cx="828883" cy="8288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9CF095-F254-4EE0-BB83-1CDFA6388E5E}">
      <dsp:nvSpPr>
        <dsp:cNvPr id="0" name=""/>
        <dsp:cNvSpPr/>
      </dsp:nvSpPr>
      <dsp:spPr>
        <a:xfrm>
          <a:off x="87775" y="2374633"/>
          <a:ext cx="236823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Importance de trouver un équilibre</a:t>
          </a:r>
        </a:p>
      </dsp:txBody>
      <dsp:txXfrm>
        <a:off x="87775" y="2374633"/>
        <a:ext cx="2368239" cy="720000"/>
      </dsp:txXfrm>
    </dsp:sp>
    <dsp:sp modelId="{1CD8BEC8-1954-44A0-A434-4A38D31BAE54}">
      <dsp:nvSpPr>
        <dsp:cNvPr id="0" name=""/>
        <dsp:cNvSpPr/>
      </dsp:nvSpPr>
      <dsp:spPr>
        <a:xfrm>
          <a:off x="3332264" y="480041"/>
          <a:ext cx="1444626" cy="1444626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E33A53-B6CE-4C9D-8741-9AAA3AAA9F28}">
      <dsp:nvSpPr>
        <dsp:cNvPr id="0" name=""/>
        <dsp:cNvSpPr/>
      </dsp:nvSpPr>
      <dsp:spPr>
        <a:xfrm>
          <a:off x="3640135" y="787912"/>
          <a:ext cx="828883" cy="8288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0FE50E-B040-45F7-AE32-2CCB9FF091FA}">
      <dsp:nvSpPr>
        <dsp:cNvPr id="0" name=""/>
        <dsp:cNvSpPr/>
      </dsp:nvSpPr>
      <dsp:spPr>
        <a:xfrm>
          <a:off x="2870457" y="2374633"/>
          <a:ext cx="236823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La forme renforce le fond</a:t>
          </a:r>
        </a:p>
      </dsp:txBody>
      <dsp:txXfrm>
        <a:off x="2870457" y="2374633"/>
        <a:ext cx="2368239" cy="720000"/>
      </dsp:txXfrm>
    </dsp:sp>
    <dsp:sp modelId="{F762C414-0E5E-4AC0-BC1C-312057D3D260}">
      <dsp:nvSpPr>
        <dsp:cNvPr id="0" name=""/>
        <dsp:cNvSpPr/>
      </dsp:nvSpPr>
      <dsp:spPr>
        <a:xfrm>
          <a:off x="6114946" y="480041"/>
          <a:ext cx="1444626" cy="1444626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DC0B38-B528-4B1E-B618-0D696F29B7AE}">
      <dsp:nvSpPr>
        <dsp:cNvPr id="0" name=""/>
        <dsp:cNvSpPr/>
      </dsp:nvSpPr>
      <dsp:spPr>
        <a:xfrm>
          <a:off x="6422817" y="787912"/>
          <a:ext cx="828883" cy="8288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2393B3-212D-4422-AAC8-F11BF84F7DF5}">
      <dsp:nvSpPr>
        <dsp:cNvPr id="0" name=""/>
        <dsp:cNvSpPr/>
      </dsp:nvSpPr>
      <dsp:spPr>
        <a:xfrm>
          <a:off x="5653139" y="2374633"/>
          <a:ext cx="236823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Adapter son message à son public</a:t>
          </a:r>
        </a:p>
      </dsp:txBody>
      <dsp:txXfrm>
        <a:off x="5653139" y="2374633"/>
        <a:ext cx="2368239" cy="720000"/>
      </dsp:txXfrm>
    </dsp:sp>
    <dsp:sp modelId="{D730C46F-2807-4F62-BEE7-AC502D2622AB}">
      <dsp:nvSpPr>
        <dsp:cNvPr id="0" name=""/>
        <dsp:cNvSpPr/>
      </dsp:nvSpPr>
      <dsp:spPr>
        <a:xfrm>
          <a:off x="8897628" y="480041"/>
          <a:ext cx="1444626" cy="1444626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D667A9-DD16-4849-A3D1-F6CAE30C94C2}">
      <dsp:nvSpPr>
        <dsp:cNvPr id="0" name=""/>
        <dsp:cNvSpPr/>
      </dsp:nvSpPr>
      <dsp:spPr>
        <a:xfrm>
          <a:off x="9205499" y="787912"/>
          <a:ext cx="828883" cy="82888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3E6125-AA8E-4A77-9A8A-539EFBE0A6A3}">
      <dsp:nvSpPr>
        <dsp:cNvPr id="0" name=""/>
        <dsp:cNvSpPr/>
      </dsp:nvSpPr>
      <dsp:spPr>
        <a:xfrm>
          <a:off x="8435821" y="2374633"/>
          <a:ext cx="236823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La communication est une compétence clé</a:t>
          </a:r>
        </a:p>
      </dsp:txBody>
      <dsp:txXfrm>
        <a:off x="8435821" y="2374633"/>
        <a:ext cx="2368239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F51730-AD77-4340-BF17-C422C6018797}">
      <dsp:nvSpPr>
        <dsp:cNvPr id="0" name=""/>
        <dsp:cNvSpPr/>
      </dsp:nvSpPr>
      <dsp:spPr>
        <a:xfrm>
          <a:off x="0" y="2053690"/>
          <a:ext cx="5595938" cy="302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36ADC3-6778-4833-9422-DC38D589C6A4}">
      <dsp:nvSpPr>
        <dsp:cNvPr id="0" name=""/>
        <dsp:cNvSpPr/>
      </dsp:nvSpPr>
      <dsp:spPr>
        <a:xfrm>
          <a:off x="279796" y="1876570"/>
          <a:ext cx="3917156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059" tIns="0" rIns="14805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Une bonne communication valorise un projet</a:t>
          </a:r>
        </a:p>
      </dsp:txBody>
      <dsp:txXfrm>
        <a:off x="297089" y="1893863"/>
        <a:ext cx="3882570" cy="319654"/>
      </dsp:txXfrm>
    </dsp:sp>
    <dsp:sp modelId="{93842034-CBAD-49B3-805B-8E40926946DC}">
      <dsp:nvSpPr>
        <dsp:cNvPr id="0" name=""/>
        <dsp:cNvSpPr/>
      </dsp:nvSpPr>
      <dsp:spPr>
        <a:xfrm>
          <a:off x="0" y="2598010"/>
          <a:ext cx="5595938" cy="302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C1FA73-3950-4F88-9C20-EF6BBFF70B40}">
      <dsp:nvSpPr>
        <dsp:cNvPr id="0" name=""/>
        <dsp:cNvSpPr/>
      </dsp:nvSpPr>
      <dsp:spPr>
        <a:xfrm>
          <a:off x="279796" y="2420890"/>
          <a:ext cx="3917156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059" tIns="0" rIns="14805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Le support influence la perception</a:t>
          </a:r>
        </a:p>
      </dsp:txBody>
      <dsp:txXfrm>
        <a:off x="297089" y="2438183"/>
        <a:ext cx="3882570" cy="319654"/>
      </dsp:txXfrm>
    </dsp:sp>
    <dsp:sp modelId="{723E2EEA-9329-498C-85CD-763435C8950E}">
      <dsp:nvSpPr>
        <dsp:cNvPr id="0" name=""/>
        <dsp:cNvSpPr/>
      </dsp:nvSpPr>
      <dsp:spPr>
        <a:xfrm>
          <a:off x="0" y="3142330"/>
          <a:ext cx="5595938" cy="302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EF561F-D237-49CC-A5C2-676415095226}">
      <dsp:nvSpPr>
        <dsp:cNvPr id="0" name=""/>
        <dsp:cNvSpPr/>
      </dsp:nvSpPr>
      <dsp:spPr>
        <a:xfrm>
          <a:off x="279796" y="2965210"/>
          <a:ext cx="3917156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059" tIns="0" rIns="14805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Compétence essentielle dans le monde professionnel</a:t>
          </a:r>
        </a:p>
      </dsp:txBody>
      <dsp:txXfrm>
        <a:off x="297089" y="2982503"/>
        <a:ext cx="3882570" cy="319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0C4F9-5EE7-47B7-B965-368EB53A4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700" y="1181099"/>
            <a:ext cx="6864724" cy="3581399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A4A1F1-374F-4FC8-89F7-83065EA4F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700" y="5075227"/>
            <a:ext cx="6864724" cy="86837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5CB5F-AE9B-4C02-B16F-C462CAFC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4B1CC-830B-4695-B174-D9E9100A8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CD43F-E516-4123-A6D8-DB72C3CC5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017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FF197-4D72-4945-8068-57D52018E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81FA8-039D-4BAF-8AAB-7B6616AFE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7357F-46A1-493A-A5E4-1D7FAE5B9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277BC-26F9-4B14-A2DC-C7575C5A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BC3FF-EE25-45FB-A7A8-AAA522F7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675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596BE-9AF9-4E97-9204-5B672D797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362200"/>
            <a:ext cx="7696200" cy="24003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DF98A-E8AE-4443-9A8C-CB35DEB2C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1200" y="5067300"/>
            <a:ext cx="7696200" cy="8763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7114B-35CB-40C5-BCC8-C5039524F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AA324-982E-42C4-8002-5F236877C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01596-9353-4C1A-972E-6522F2B42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044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F0BC9-7469-437A-B92B-0A2627E4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7D887-595C-4649-AF8E-E78307000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825625"/>
            <a:ext cx="49911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9FE29C-ED37-4DD9-949F-002434261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825625"/>
            <a:ext cx="5029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6AA34-8CC0-4E5B-8396-0AC756331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DF7398-73FE-4D27-AFF9-91BEBFED3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00880-10EE-4115-8BBB-13DDF270D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962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F3C9B-D20D-43FA-BA18-D50F86A91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1" y="647699"/>
            <a:ext cx="10625229" cy="11506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2F00A-F4EE-40FC-9325-373840422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863" y="1879599"/>
            <a:ext cx="5157787" cy="675641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5DD90-A306-4A8B-A54C-8033B7F7F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863" y="2560955"/>
            <a:ext cx="5157787" cy="3649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40E0AA-F8F8-4862-B27B-50FAF2F34D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4412" y="1879599"/>
            <a:ext cx="5183188" cy="675641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FEBDD6-EDA1-4CE7-9DDC-9D977E12DD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4412" y="2560955"/>
            <a:ext cx="5183188" cy="3649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044487-D350-4434-A5C7-A96942FFC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89DC43-E591-42BF-82EE-E4887E4BC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CD421-2D00-41DD-A393-4739E389D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263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9A8B-0FAF-431C-9657-9003FA037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BBA2A1-331D-40F8-867B-CE150113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995C1-5121-47B6-AC6D-F60C0FF6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BE022-9B54-431C-80D5-5D8F2AFCB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60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15B6E5-6347-41F6-85FC-3BF3652D1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6A93F6-45F8-4453-B5DC-B2F3D5D0B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364E1-213B-4AF0-80D7-8101EFD5E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57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90B5D-E76D-4797-AD77-15625D67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2" y="647700"/>
            <a:ext cx="4119654" cy="1714500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44D8D-C9CF-43B2-905D-2368B17A5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188" y="914400"/>
            <a:ext cx="5737412" cy="50291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4BF0C-D14C-46D7-ACDD-1885DDD88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372" y="2697479"/>
            <a:ext cx="4119654" cy="32461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D7D8D-72E7-4ABD-BB87-80BB49003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9C1CE-C8CE-4364-A021-ADC2D6472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6FA33-09EF-495A-853E-63750CA37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000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F023E-952E-40DF-A101-74D22789D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2" y="647700"/>
            <a:ext cx="4119654" cy="1714500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1E98DD-BF5D-4CCA-8C66-F2A6CE1127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86400" y="914400"/>
            <a:ext cx="5791200" cy="50291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C22A6-F2C2-4A88-BEE5-2D6CEB520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372" y="2697480"/>
            <a:ext cx="4119654" cy="317150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1F755-C7AF-4C50-8CA8-828612A76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DE175-E818-477C-A3F6-7DD65C126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0B8E3-DB91-440B-818F-71E4248BB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825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8C0AF-44D0-4830-AF13-49B8522B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1B4D8C-6045-47B3-9A0C-F2215A904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9A9F1-F398-416A-A8C0-0A36D838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7F801-C9FB-4A34-8386-BA9FBACCB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05176-F6E9-4997-8355-74F2A4560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49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EBC807-13E1-4F3F-83FA-FD9BD24F3B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86520" y="647699"/>
            <a:ext cx="2291080" cy="52959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7E2EAA-155E-482E-A2B8-547653B25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52371" y="647699"/>
            <a:ext cx="8120789" cy="52959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A4BDC-BDD0-417D-AF7C-516EE556D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663EC-23F9-4202-80F3-F8E55088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8402D-7367-485B-AEA6-5AB2B8209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98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5EB7D6-B8CB-49E3-874F-2255BEE82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1" y="647700"/>
            <a:ext cx="10625229" cy="11470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EEAC5-A8AB-4FE8-A270-D70F7DED4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371" y="2095500"/>
            <a:ext cx="10620855" cy="3848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6506C-52BF-4C05-AD31-7C08B80151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1"/>
                </a:solidFill>
              </a:defRPr>
            </a:lvl1pPr>
          </a:lstStyle>
          <a:p>
            <a:fld id="{D341B595-366B-43E2-A22E-EA6A78C03F0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4630-6C67-4A40-A499-CB025B2438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4E14B-0EE8-4015-809C-DD36B5459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spc="100" baseline="0">
                <a:solidFill>
                  <a:schemeClr val="tx1"/>
                </a:solidFill>
              </a:defRPr>
            </a:lvl1pPr>
          </a:lstStyle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8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2" r:id="rId6"/>
    <p:sldLayoutId id="2147483698" r:id="rId7"/>
    <p:sldLayoutId id="2147483699" r:id="rId8"/>
    <p:sldLayoutId id="2147483700" r:id="rId9"/>
    <p:sldLayoutId id="2147483701" r:id="rId10"/>
    <p:sldLayoutId id="2147483703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600" kern="1200" cap="all" spc="300" baseline="0">
          <a:solidFill>
            <a:srgbClr val="FFFFFF"/>
          </a:solidFill>
          <a:highlight>
            <a:srgbClr val="000000"/>
          </a:highligh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2DCBDF1-30E5-4F45-9B63-B53978E9A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Rosette de ruban bleu sur arrière-plan gris foncé gradué">
            <a:extLst>
              <a:ext uri="{FF2B5EF4-FFF2-40B4-BE49-F238E27FC236}">
                <a16:creationId xmlns:a16="http://schemas.microsoft.com/office/drawing/2014/main" id="{89E2A843-0BCB-BA59-CC60-3F7F217AE6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753" b="15177"/>
          <a:stretch>
            <a:fillRect/>
          </a:stretch>
        </p:blipFill>
        <p:spPr>
          <a:xfrm>
            <a:off x="1981200" y="1"/>
            <a:ext cx="10210798" cy="506730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647699"/>
            <a:ext cx="5181600" cy="3332951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fr-FR" sz="3100">
                <a:ea typeface="+mj-lt"/>
                <a:cs typeface="+mj-lt"/>
              </a:rPr>
              <a:t>Analyse de la communication professionnelle</a:t>
            </a:r>
            <a:br>
              <a:rPr lang="fr-FR" sz="3100">
                <a:ea typeface="+mj-lt"/>
                <a:cs typeface="+mj-lt"/>
              </a:rPr>
            </a:br>
            <a:r>
              <a:rPr lang="fr-FR" sz="3100">
                <a:ea typeface="+mj-lt"/>
                <a:cs typeface="+mj-lt"/>
              </a:rPr>
              <a:t> Études de cas : anciens étudiants EPHEC</a:t>
            </a:r>
            <a:endParaRPr lang="en-US" sz="310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93694" y="5560044"/>
            <a:ext cx="8279006" cy="65025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FR">
                <a:ea typeface="+mn-lt"/>
                <a:cs typeface="+mn-lt"/>
              </a:rPr>
              <a:t>Techniques d’expression orale et écrite</a:t>
            </a:r>
            <a:endParaRPr lang="en-US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90681F49-739C-AB3F-AA53-BF9504FFC57F}"/>
              </a:ext>
            </a:extLst>
          </p:cNvPr>
          <p:cNvSpPr txBox="1"/>
          <p:nvPr/>
        </p:nvSpPr>
        <p:spPr>
          <a:xfrm>
            <a:off x="10032896" y="6215492"/>
            <a:ext cx="1800828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/>
              <a:t>Alexandre </a:t>
            </a:r>
            <a:r>
              <a:rPr lang="en-US" dirty="0" err="1"/>
              <a:t>Grad</a:t>
            </a: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90E1A7D-E37F-4622-979D-188B434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7EDEB5-B0E7-E553-4C77-B2788C936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5244353"/>
            <a:ext cx="7505700" cy="965947"/>
          </a:xfrm>
        </p:spPr>
        <p:txBody>
          <a:bodyPr anchor="b">
            <a:normAutofit/>
          </a:bodyPr>
          <a:lstStyle/>
          <a:p>
            <a:r>
              <a:rPr lang="en-US" sz="2800">
                <a:ea typeface="+mj-lt"/>
                <a:cs typeface="+mj-lt"/>
              </a:rPr>
              <a:t>CONTEXTE &amp; OBJECTIF</a:t>
            </a:r>
            <a:endParaRPr lang="en-US" sz="28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9EE491-1A06-DDBA-34C8-749B7F5E5C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9802288"/>
              </p:ext>
            </p:extLst>
          </p:nvPr>
        </p:nvGraphicFramePr>
        <p:xfrm>
          <a:off x="652463" y="647701"/>
          <a:ext cx="10891837" cy="4121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5402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90E1A7D-E37F-4622-979D-188B434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67C356-685E-7B9D-4E55-29FB75D11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914399"/>
            <a:ext cx="8396345" cy="892885"/>
          </a:xfrm>
        </p:spPr>
        <p:txBody>
          <a:bodyPr anchor="b">
            <a:normAutofit/>
          </a:bodyPr>
          <a:lstStyle/>
          <a:p>
            <a:r>
              <a:rPr lang="en-US" sz="2800">
                <a:ea typeface="+mj-lt"/>
                <a:cs typeface="+mj-lt"/>
              </a:rPr>
              <a:t>MÉTHODOLOGIE D’ANALYSE</a:t>
            </a:r>
            <a:endParaRPr lang="en-US" sz="2800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CC17DD6F-C51A-2743-A8F4-A23384D28D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9404813"/>
              </p:ext>
            </p:extLst>
          </p:nvPr>
        </p:nvGraphicFramePr>
        <p:xfrm>
          <a:off x="652463" y="2635624"/>
          <a:ext cx="10891837" cy="3574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B505306D-7469-4843-B82E-F4E7CB83DFC1}"/>
              </a:ext>
            </a:extLst>
          </p:cNvPr>
          <p:cNvSpPr txBox="1"/>
          <p:nvPr/>
        </p:nvSpPr>
        <p:spPr>
          <a:xfrm>
            <a:off x="914400" y="1943100"/>
            <a:ext cx="53086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 err="1">
                <a:latin typeface="Calibri"/>
                <a:ea typeface="Calibri"/>
                <a:cs typeface="Calibri"/>
              </a:rPr>
              <a:t>Analyse</a:t>
            </a:r>
            <a:r>
              <a:rPr lang="en-US" sz="2800" dirty="0">
                <a:latin typeface="Calibri"/>
                <a:ea typeface="Calibri"/>
                <a:cs typeface="Calibri"/>
              </a:rPr>
              <a:t> de trois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profils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différents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92710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AFEDC9-01F4-403B-9CC2-619E67A6C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6F9E56-7252-CB43-D082-04E514F7C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914400"/>
            <a:ext cx="5181601" cy="1451035"/>
          </a:xfrm>
        </p:spPr>
        <p:txBody>
          <a:bodyPr anchor="b">
            <a:normAutofit/>
          </a:bodyPr>
          <a:lstStyle/>
          <a:p>
            <a:r>
              <a:rPr lang="en-US" sz="3300">
                <a:ea typeface="+mj-lt"/>
                <a:cs typeface="+mj-lt"/>
              </a:rPr>
              <a:t>ÉTUDIANT 1 — GUILLAUME CAMBIER</a:t>
            </a:r>
            <a:endParaRPr lang="en-US" sz="33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D53AB8-7D37-C412-FDD7-1D5737260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885" y="914400"/>
            <a:ext cx="3721608" cy="50292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24C84-989C-1773-A356-AEE11B35F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861187"/>
            <a:ext cx="5181600" cy="308241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PRÉSENTATION GÉNÉRALE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>
                <a:ea typeface="+mn-lt"/>
                <a:cs typeface="+mn-lt"/>
              </a:rPr>
              <a:t>Profil</a:t>
            </a:r>
            <a:r>
              <a:rPr lang="en-US" dirty="0">
                <a:ea typeface="+mn-lt"/>
                <a:cs typeface="+mn-lt"/>
              </a:rPr>
              <a:t> technique à </a:t>
            </a:r>
            <a:r>
              <a:rPr lang="en-US">
                <a:ea typeface="+mn-lt"/>
                <a:cs typeface="+mn-lt"/>
              </a:rPr>
              <a:t>dominante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électromécanique</a:t>
            </a:r>
          </a:p>
          <a:p>
            <a:pPr>
              <a:buClr>
                <a:srgbClr val="000000"/>
              </a:buClr>
            </a:pPr>
            <a:r>
              <a:rPr lang="en-US">
                <a:ea typeface="+mn-lt"/>
                <a:cs typeface="+mn-lt"/>
              </a:rPr>
              <a:t>Sujet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complexe</a:t>
            </a:r>
            <a:r>
              <a:rPr lang="en-US" dirty="0">
                <a:ea typeface="+mn-lt"/>
                <a:cs typeface="+mn-lt"/>
              </a:rPr>
              <a:t> et </a:t>
            </a:r>
            <a:r>
              <a:rPr lang="en-US">
                <a:ea typeface="+mn-lt"/>
                <a:cs typeface="+mn-lt"/>
              </a:rPr>
              <a:t>fortement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spécialisé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>
                <a:ea typeface="+mn-lt"/>
                <a:cs typeface="+mn-lt"/>
              </a:rPr>
              <a:t>Contexte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industriel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réel</a:t>
            </a:r>
            <a:endParaRPr lang="en-US"/>
          </a:p>
          <a:p>
            <a:pPr>
              <a:buClr>
                <a:srgbClr val="000000"/>
              </a:buClr>
            </a:pP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55239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F1E851-CD33-4DE3-B862-1D439E2BB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0088A7-BA8C-217C-A0D1-8C5370DA7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592" y="914399"/>
            <a:ext cx="4787709" cy="1447801"/>
          </a:xfrm>
        </p:spPr>
        <p:txBody>
          <a:bodyPr anchor="b">
            <a:normAutofit/>
          </a:bodyPr>
          <a:lstStyle/>
          <a:p>
            <a:r>
              <a:rPr lang="en-US">
                <a:ea typeface="+mj-lt"/>
                <a:cs typeface="+mj-lt"/>
              </a:rPr>
              <a:t>COMMUNICATION ÉCRITE (TFE)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BFA8D-7929-461A-C6DE-D07060F80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92" y="2884869"/>
            <a:ext cx="4787710" cy="332543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>
                <a:ea typeface="+mn-lt"/>
                <a:cs typeface="+mn-lt"/>
              </a:rPr>
              <a:t>Points positifs :</a:t>
            </a:r>
            <a:endParaRPr lang="en-US" sz="1700"/>
          </a:p>
          <a:p>
            <a:pPr>
              <a:lnSpc>
                <a:spcPct val="110000"/>
              </a:lnSpc>
              <a:buClr>
                <a:srgbClr val="000000"/>
              </a:buClr>
            </a:pPr>
            <a:r>
              <a:rPr lang="en-US" sz="1700">
                <a:ea typeface="+mn-lt"/>
                <a:cs typeface="+mn-lt"/>
              </a:rPr>
              <a:t>Structure claire et logique</a:t>
            </a:r>
            <a:endParaRPr lang="en-US" sz="1700"/>
          </a:p>
          <a:p>
            <a:pPr>
              <a:lnSpc>
                <a:spcPct val="110000"/>
              </a:lnSpc>
              <a:buClr>
                <a:srgbClr val="000000"/>
              </a:buClr>
            </a:pPr>
            <a:r>
              <a:rPr lang="en-US" sz="1700">
                <a:ea typeface="+mn-lt"/>
                <a:cs typeface="+mn-lt"/>
              </a:rPr>
              <a:t>Sommaire détaillé facilitant la lecture</a:t>
            </a:r>
            <a:endParaRPr lang="en-US" sz="1700"/>
          </a:p>
          <a:p>
            <a:pPr>
              <a:lnSpc>
                <a:spcPct val="110000"/>
              </a:lnSpc>
              <a:buClr>
                <a:srgbClr val="000000"/>
              </a:buClr>
            </a:pPr>
            <a:r>
              <a:rPr lang="en-US" sz="1700">
                <a:ea typeface="+mn-lt"/>
                <a:cs typeface="+mn-lt"/>
              </a:rPr>
              <a:t>Ton professionnel et rigoureux</a:t>
            </a:r>
            <a:endParaRPr lang="en-US" sz="1700"/>
          </a:p>
          <a:p>
            <a:pPr>
              <a:lnSpc>
                <a:spcPct val="110000"/>
              </a:lnSpc>
              <a:buNone/>
            </a:pPr>
            <a:r>
              <a:rPr lang="en-US" sz="1700" b="1"/>
              <a:t>Points négatifs :</a:t>
            </a:r>
            <a:endParaRPr lang="en-US" sz="1700"/>
          </a:p>
          <a:p>
            <a:pPr>
              <a:lnSpc>
                <a:spcPct val="11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/>
              <a:t>Document très dense</a:t>
            </a:r>
          </a:p>
          <a:p>
            <a:pPr>
              <a:lnSpc>
                <a:spcPct val="11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/>
              <a:t>Peu accessible à un public non expert</a:t>
            </a:r>
          </a:p>
          <a:p>
            <a:pPr>
              <a:lnSpc>
                <a:spcPct val="11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/>
              <a:t>Peu de synthèses intermédiaires</a:t>
            </a:r>
          </a:p>
          <a:p>
            <a:pPr>
              <a:lnSpc>
                <a:spcPct val="110000"/>
              </a:lnSpc>
              <a:buClr>
                <a:srgbClr val="000000"/>
              </a:buClr>
            </a:pPr>
            <a:endParaRPr lang="en-US" sz="1700"/>
          </a:p>
        </p:txBody>
      </p:sp>
      <p:pic>
        <p:nvPicPr>
          <p:cNvPr id="7" name="Graphic 6" descr="Empreinte digitale">
            <a:extLst>
              <a:ext uri="{FF2B5EF4-FFF2-40B4-BE49-F238E27FC236}">
                <a16:creationId xmlns:a16="http://schemas.microsoft.com/office/drawing/2014/main" id="{9CB3EEA0-A4C1-D61A-D747-AF207ED70C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1287" y="817493"/>
            <a:ext cx="5223013" cy="522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313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749BE-9B37-1592-8F78-2AEDE914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1" y="914400"/>
            <a:ext cx="3424329" cy="2067859"/>
          </a:xfrm>
        </p:spPr>
        <p:txBody>
          <a:bodyPr anchor="t">
            <a:normAutofit/>
          </a:bodyPr>
          <a:lstStyle/>
          <a:p>
            <a:r>
              <a:rPr lang="en-US" sz="2700">
                <a:ea typeface="+mj-lt"/>
                <a:cs typeface="+mj-lt"/>
              </a:rPr>
              <a:t>COMMUNICATION VISUELLE / ORALE</a:t>
            </a:r>
            <a:endParaRPr lang="en-US" sz="2700"/>
          </a:p>
        </p:txBody>
      </p:sp>
      <p:pic>
        <p:nvPicPr>
          <p:cNvPr id="7" name="Graphic 6" descr="Enseignant">
            <a:extLst>
              <a:ext uri="{FF2B5EF4-FFF2-40B4-BE49-F238E27FC236}">
                <a16:creationId xmlns:a16="http://schemas.microsoft.com/office/drawing/2014/main" id="{6D0A9E63-C9D1-AD49-AC24-9E234EB21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951" y="3288432"/>
            <a:ext cx="2655168" cy="265516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49F32-542C-4C51-C02B-3F38B49F8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6244" y="914400"/>
            <a:ext cx="6361355" cy="50292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Points positifs :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>
                <a:ea typeface="+mn-lt"/>
                <a:cs typeface="+mn-lt"/>
              </a:rPr>
              <a:t>Slides cohérents avec le contenu technique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>
                <a:ea typeface="+mn-lt"/>
                <a:cs typeface="+mn-lt"/>
              </a:rPr>
              <a:t>Présentation sérieuse et structurée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>
                <a:ea typeface="+mn-lt"/>
                <a:cs typeface="+mn-lt"/>
              </a:rPr>
              <a:t>Crédibilité professionnelle</a:t>
            </a:r>
            <a:endParaRPr lang="en-US"/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Points négatifs :</a:t>
            </a:r>
            <a:endParaRPr lang="en-US"/>
          </a:p>
          <a:p>
            <a:pPr>
              <a:buClr>
                <a:srgbClr val="000000"/>
              </a:buCl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Peu de visuels explicatifs</a:t>
            </a:r>
            <a:endParaRPr lang="en-US"/>
          </a:p>
          <a:p>
            <a:pPr>
              <a:buClr>
                <a:srgbClr val="000000"/>
              </a:buCl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Manque d’éléments accrocheurs</a:t>
            </a:r>
            <a:endParaRPr lang="en-US"/>
          </a:p>
          <a:p>
            <a:pPr>
              <a:buClr>
                <a:srgbClr val="000000"/>
              </a:buCl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Présentation très orientée technique</a:t>
            </a:r>
            <a:endParaRPr lang="en-US"/>
          </a:p>
          <a:p>
            <a:pPr marL="0" indent="0">
              <a:buNone/>
            </a:pPr>
            <a:endParaRPr lang="en-US"/>
          </a:p>
          <a:p>
            <a:pPr>
              <a:buClr>
                <a:srgbClr val="000000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677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D3263-537E-B399-565F-D732847D2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ANALYSE DE LA VIDÉO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0E285-3E30-1E52-ED7C-A6FE8D5DD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Points </a:t>
            </a:r>
            <a:r>
              <a:rPr lang="en-US" b="1" dirty="0" err="1">
                <a:ea typeface="+mn-lt"/>
                <a:cs typeface="+mn-lt"/>
              </a:rPr>
              <a:t>positifs</a:t>
            </a:r>
            <a:r>
              <a:rPr lang="en-US" b="1" dirty="0">
                <a:ea typeface="+mn-lt"/>
                <a:cs typeface="+mn-lt"/>
              </a:rPr>
              <a:t> :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 dirty="0" err="1">
                <a:ea typeface="+mn-lt"/>
                <a:cs typeface="+mn-lt"/>
              </a:rPr>
              <a:t>Discours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structuré</a:t>
            </a:r>
            <a:r>
              <a:rPr lang="en-US" dirty="0">
                <a:ea typeface="+mn-lt"/>
                <a:cs typeface="+mn-lt"/>
              </a:rPr>
              <a:t> et </a:t>
            </a:r>
            <a:r>
              <a:rPr lang="en-US" dirty="0" err="1">
                <a:ea typeface="+mn-lt"/>
                <a:cs typeface="+mn-lt"/>
              </a:rPr>
              <a:t>logique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 dirty="0">
                <a:ea typeface="+mn-lt"/>
                <a:cs typeface="+mn-lt"/>
              </a:rPr>
              <a:t>Posture </a:t>
            </a:r>
            <a:r>
              <a:rPr lang="en-US" dirty="0" err="1">
                <a:ea typeface="+mn-lt"/>
                <a:cs typeface="+mn-lt"/>
              </a:rPr>
              <a:t>sérieuse</a:t>
            </a:r>
            <a:r>
              <a:rPr lang="en-US" dirty="0">
                <a:ea typeface="+mn-lt"/>
                <a:cs typeface="+mn-lt"/>
              </a:rPr>
              <a:t> et </a:t>
            </a:r>
            <a:r>
              <a:rPr lang="en-US" dirty="0" err="1">
                <a:ea typeface="+mn-lt"/>
                <a:cs typeface="+mn-lt"/>
              </a:rPr>
              <a:t>professionnelle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 dirty="0">
                <a:ea typeface="+mn-lt"/>
                <a:cs typeface="+mn-lt"/>
              </a:rPr>
              <a:t>Bonne </a:t>
            </a:r>
            <a:r>
              <a:rPr lang="en-US" dirty="0" err="1">
                <a:ea typeface="+mn-lt"/>
                <a:cs typeface="+mn-lt"/>
              </a:rPr>
              <a:t>maîtrise</a:t>
            </a:r>
            <a:r>
              <a:rPr lang="en-US" dirty="0">
                <a:ea typeface="+mn-lt"/>
                <a:cs typeface="+mn-lt"/>
              </a:rPr>
              <a:t> du </a:t>
            </a:r>
            <a:r>
              <a:rPr lang="en-US" dirty="0" err="1">
                <a:ea typeface="+mn-lt"/>
                <a:cs typeface="+mn-lt"/>
              </a:rPr>
              <a:t>sujet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présenté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 dirty="0" err="1">
                <a:ea typeface="+mn-lt"/>
                <a:cs typeface="+mn-lt"/>
              </a:rPr>
              <a:t>Crédibilité</a:t>
            </a:r>
            <a:r>
              <a:rPr lang="en-US" dirty="0">
                <a:ea typeface="+mn-lt"/>
                <a:cs typeface="+mn-lt"/>
              </a:rPr>
              <a:t> technique </a:t>
            </a:r>
            <a:r>
              <a:rPr lang="en-US" dirty="0" err="1">
                <a:ea typeface="+mn-lt"/>
                <a:cs typeface="+mn-lt"/>
              </a:rPr>
              <a:t>immédiate</a:t>
            </a:r>
            <a:endParaRPr lang="en-US" dirty="0">
              <a:ea typeface="+mn-lt"/>
              <a:cs typeface="+mn-lt"/>
            </a:endParaRPr>
          </a:p>
          <a:p>
            <a:pPr marL="0" indent="0">
              <a:buClr>
                <a:srgbClr val="000000"/>
              </a:buClr>
              <a:buNone/>
            </a:pPr>
            <a:r>
              <a:rPr lang="en-US" b="1" dirty="0">
                <a:ea typeface="+mn-lt"/>
                <a:cs typeface="+mn-lt"/>
              </a:rPr>
              <a:t>Points </a:t>
            </a:r>
            <a:r>
              <a:rPr lang="en-US" b="1" dirty="0" err="1">
                <a:ea typeface="+mn-lt"/>
                <a:cs typeface="+mn-lt"/>
              </a:rPr>
              <a:t>négatifs</a:t>
            </a:r>
            <a:r>
              <a:rPr lang="en-US" b="1" dirty="0">
                <a:ea typeface="+mn-lt"/>
                <a:cs typeface="+mn-lt"/>
              </a:rPr>
              <a:t> :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 dirty="0">
                <a:ea typeface="+mn-lt"/>
                <a:cs typeface="+mn-lt"/>
              </a:rPr>
              <a:t>Peu de </a:t>
            </a:r>
            <a:r>
              <a:rPr lang="en-US" dirty="0" err="1">
                <a:ea typeface="+mn-lt"/>
                <a:cs typeface="+mn-lt"/>
              </a:rPr>
              <a:t>dynamisme</a:t>
            </a:r>
            <a:r>
              <a:rPr lang="en-US" dirty="0">
                <a:ea typeface="+mn-lt"/>
                <a:cs typeface="+mn-lt"/>
              </a:rPr>
              <a:t> dans la </a:t>
            </a:r>
            <a:r>
              <a:rPr lang="en-US" dirty="0" err="1">
                <a:ea typeface="+mn-lt"/>
                <a:cs typeface="+mn-lt"/>
              </a:rPr>
              <a:t>prise</a:t>
            </a:r>
            <a:r>
              <a:rPr lang="en-US" dirty="0">
                <a:ea typeface="+mn-lt"/>
                <a:cs typeface="+mn-lt"/>
              </a:rPr>
              <a:t> de parole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 dirty="0" err="1">
                <a:ea typeface="+mn-lt"/>
                <a:cs typeface="+mn-lt"/>
              </a:rPr>
              <a:t>Rythme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parfois</a:t>
            </a:r>
            <a:r>
              <a:rPr lang="en-US" dirty="0">
                <a:ea typeface="+mn-lt"/>
                <a:cs typeface="+mn-lt"/>
              </a:rPr>
              <a:t> monotone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 dirty="0">
                <a:ea typeface="+mn-lt"/>
                <a:cs typeface="+mn-lt"/>
              </a:rPr>
              <a:t>Peu </a:t>
            </a:r>
            <a:r>
              <a:rPr lang="en-US" dirty="0" err="1">
                <a:ea typeface="+mn-lt"/>
                <a:cs typeface="+mn-lt"/>
              </a:rPr>
              <a:t>d’éléments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visuels</a:t>
            </a:r>
            <a:r>
              <a:rPr lang="en-US" dirty="0">
                <a:ea typeface="+mn-lt"/>
                <a:cs typeface="+mn-lt"/>
              </a:rPr>
              <a:t> pour </a:t>
            </a:r>
            <a:r>
              <a:rPr lang="en-US" dirty="0" err="1">
                <a:ea typeface="+mn-lt"/>
                <a:cs typeface="+mn-lt"/>
              </a:rPr>
              <a:t>soutenir</a:t>
            </a:r>
            <a:r>
              <a:rPr lang="en-US" dirty="0">
                <a:ea typeface="+mn-lt"/>
                <a:cs typeface="+mn-lt"/>
              </a:rPr>
              <a:t> le </a:t>
            </a:r>
            <a:r>
              <a:rPr lang="en-US" dirty="0" err="1">
                <a:ea typeface="+mn-lt"/>
                <a:cs typeface="+mn-lt"/>
              </a:rPr>
              <a:t>discours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 dirty="0" err="1">
                <a:ea typeface="+mn-lt"/>
                <a:cs typeface="+mn-lt"/>
              </a:rPr>
              <a:t>Faible</a:t>
            </a:r>
            <a:r>
              <a:rPr lang="en-US" dirty="0">
                <a:ea typeface="+mn-lt"/>
                <a:cs typeface="+mn-lt"/>
              </a:rPr>
              <a:t> adaptation à un public non technique</a:t>
            </a:r>
            <a:endParaRPr lang="en-US" dirty="0"/>
          </a:p>
          <a:p>
            <a:pPr marL="0" indent="0">
              <a:buClr>
                <a:srgbClr val="000000"/>
              </a:buClr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Clr>
                <a:srgbClr val="000000"/>
              </a:buClr>
              <a:buNone/>
            </a:pPr>
            <a:endParaRPr lang="en-US"/>
          </a:p>
          <a:p>
            <a:pPr marL="0" indent="0">
              <a:buClr>
                <a:srgbClr val="000000"/>
              </a:buClr>
              <a:buNone/>
            </a:pPr>
            <a:endParaRPr lang="en-US"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3C6C250C-F4B6-E907-3361-6B4D8B4FA0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6250086"/>
              </p:ext>
            </p:extLst>
          </p:nvPr>
        </p:nvGraphicFramePr>
        <p:xfrm>
          <a:off x="5719671" y="2743200"/>
          <a:ext cx="6086955" cy="2247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8074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F1E851-CD33-4DE3-B862-1D439E2BB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A59693-69AB-CE07-8185-C7512574D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592" y="914399"/>
            <a:ext cx="9512110" cy="1447801"/>
          </a:xfrm>
        </p:spPr>
        <p:txBody>
          <a:bodyPr anchor="b">
            <a:normAutofit/>
          </a:bodyPr>
          <a:lstStyle/>
          <a:p>
            <a:r>
              <a:rPr lang="en-US">
                <a:ea typeface="+mj-lt"/>
                <a:cs typeface="+mj-lt"/>
              </a:rPr>
              <a:t>COMMUNICATION GLOBALE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41F26-D797-0E9B-6375-8088599C1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91" y="2884869"/>
            <a:ext cx="4801998" cy="305873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 dirty="0">
                <a:ea typeface="+mn-lt"/>
                <a:cs typeface="+mn-lt"/>
              </a:rPr>
              <a:t>Communication </a:t>
            </a:r>
            <a:r>
              <a:rPr lang="en-US" sz="1700">
                <a:ea typeface="+mn-lt"/>
                <a:cs typeface="+mn-lt"/>
              </a:rPr>
              <a:t>efficace</a:t>
            </a:r>
            <a:r>
              <a:rPr lang="en-US" sz="1700" dirty="0">
                <a:ea typeface="+mn-lt"/>
                <a:cs typeface="+mn-lt"/>
              </a:rPr>
              <a:t> pour un public technique</a:t>
            </a:r>
            <a:endParaRPr lang="en-US" sz="1700" dirty="0"/>
          </a:p>
          <a:p>
            <a:pPr>
              <a:lnSpc>
                <a:spcPct val="110000"/>
              </a:lnSpc>
              <a:buClr>
                <a:srgbClr val="000000"/>
              </a:buClr>
            </a:pPr>
            <a:r>
              <a:rPr lang="en-US" sz="1700" dirty="0">
                <a:ea typeface="+mn-lt"/>
                <a:cs typeface="+mn-lt"/>
              </a:rPr>
              <a:t>Manque </a:t>
            </a:r>
            <a:r>
              <a:rPr lang="en-US" sz="1700">
                <a:ea typeface="+mn-lt"/>
                <a:cs typeface="+mn-lt"/>
              </a:rPr>
              <a:t>d’adaptation</a:t>
            </a:r>
            <a:r>
              <a:rPr lang="en-US" sz="1700" dirty="0">
                <a:ea typeface="+mn-lt"/>
                <a:cs typeface="+mn-lt"/>
              </a:rPr>
              <a:t> à un public plus large</a:t>
            </a:r>
            <a:endParaRPr lang="en-US" sz="1700" dirty="0"/>
          </a:p>
          <a:p>
            <a:pPr>
              <a:lnSpc>
                <a:spcPct val="110000"/>
              </a:lnSpc>
              <a:buClr>
                <a:srgbClr val="000000"/>
              </a:buClr>
            </a:pPr>
            <a:r>
              <a:rPr lang="en-US" sz="1700">
                <a:ea typeface="+mn-lt"/>
                <a:cs typeface="+mn-lt"/>
              </a:rPr>
              <a:t>Approche</a:t>
            </a:r>
            <a:r>
              <a:rPr lang="en-US" sz="1700" dirty="0">
                <a:ea typeface="+mn-lt"/>
                <a:cs typeface="+mn-lt"/>
              </a:rPr>
              <a:t> très </a:t>
            </a:r>
            <a:r>
              <a:rPr lang="en-US" sz="1700">
                <a:ea typeface="+mn-lt"/>
                <a:cs typeface="+mn-lt"/>
              </a:rPr>
              <a:t>académique</a:t>
            </a:r>
            <a:endParaRPr lang="en-US" sz="1700"/>
          </a:p>
          <a:p>
            <a:pPr>
              <a:lnSpc>
                <a:spcPct val="110000"/>
              </a:lnSpc>
              <a:buClr>
                <a:srgbClr val="000000"/>
              </a:buClr>
            </a:pPr>
            <a:endParaRPr lang="en-US" sz="1700" dirty="0"/>
          </a:p>
          <a:p>
            <a:pPr marL="0" indent="0">
              <a:lnSpc>
                <a:spcPct val="110000"/>
              </a:lnSpc>
              <a:buClr>
                <a:srgbClr val="000000"/>
              </a:buClr>
              <a:buNone/>
            </a:pPr>
            <a:r>
              <a:rPr lang="en-US" sz="1700" b="1" dirty="0"/>
              <a:t>Conclusion </a:t>
            </a:r>
            <a:r>
              <a:rPr lang="en-US" sz="1700" b="1"/>
              <a:t>étudiant</a:t>
            </a:r>
            <a:r>
              <a:rPr lang="en-US" sz="1700" b="1" dirty="0"/>
              <a:t> 1 :</a:t>
            </a:r>
            <a:endParaRPr lang="en-US" sz="1700" dirty="0"/>
          </a:p>
          <a:p>
            <a:pPr>
              <a:lnSpc>
                <a:spcPct val="110000"/>
              </a:lnSpc>
              <a:buClr>
                <a:srgbClr val="000000"/>
              </a:buClr>
            </a:pPr>
            <a:r>
              <a:rPr lang="en-US" sz="1700" dirty="0"/>
              <a:t>Communication </a:t>
            </a:r>
            <a:r>
              <a:rPr lang="en-US" sz="1700"/>
              <a:t>solide</a:t>
            </a:r>
            <a:r>
              <a:rPr lang="en-US" sz="1700" dirty="0"/>
              <a:t> </a:t>
            </a:r>
            <a:r>
              <a:rPr lang="en-US" sz="1700"/>
              <a:t>mais</a:t>
            </a:r>
            <a:r>
              <a:rPr lang="en-US" sz="1700" dirty="0"/>
              <a:t> peu </a:t>
            </a:r>
            <a:r>
              <a:rPr lang="en-US" sz="1700"/>
              <a:t>vulgarisée</a:t>
            </a:r>
          </a:p>
          <a:p>
            <a:pPr>
              <a:lnSpc>
                <a:spcPct val="110000"/>
              </a:lnSpc>
              <a:buClr>
                <a:srgbClr val="000000"/>
              </a:buClr>
            </a:pPr>
            <a:endParaRPr lang="en-US" sz="1700"/>
          </a:p>
        </p:txBody>
      </p:sp>
      <p:pic>
        <p:nvPicPr>
          <p:cNvPr id="7" name="Graphic 6" descr="Conversation, solide">
            <a:extLst>
              <a:ext uri="{FF2B5EF4-FFF2-40B4-BE49-F238E27FC236}">
                <a16:creationId xmlns:a16="http://schemas.microsoft.com/office/drawing/2014/main" id="{0C7931A0-F99F-BFB0-2835-441B6BD768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3299" y="2743200"/>
            <a:ext cx="3200401" cy="320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450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CAFEDC9-01F4-403B-9CC2-619E67A6C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1FA7-5A30-0824-BB00-D0E6BBE71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1551" y="914400"/>
            <a:ext cx="6166047" cy="1451035"/>
          </a:xfrm>
        </p:spPr>
        <p:txBody>
          <a:bodyPr anchor="b">
            <a:normAutofit/>
          </a:bodyPr>
          <a:lstStyle/>
          <a:p>
            <a:r>
              <a:rPr lang="en-US">
                <a:ea typeface="+mj-lt"/>
                <a:cs typeface="+mj-lt"/>
              </a:rPr>
              <a:t>ÉTUDIANT 2 — RODOLFO CROSBY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E0E51E-D383-29DD-BF75-3B4E39410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0264"/>
            <a:ext cx="3424518" cy="485747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C712A-71DF-77B4-9DC4-99F96BDCE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1552" y="2861187"/>
            <a:ext cx="6166047" cy="334911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PRÉSENTATION GÉNÉRALE</a:t>
            </a:r>
            <a:endParaRPr lang="en-US"/>
          </a:p>
          <a:p>
            <a:pPr>
              <a:buClr>
                <a:srgbClr val="000000"/>
              </a:buClr>
              <a:buFont typeface="Arial"/>
            </a:pPr>
            <a:r>
              <a:rPr lang="en-US">
                <a:ea typeface="+mn-lt"/>
                <a:cs typeface="+mn-lt"/>
              </a:rPr>
              <a:t>Projet</a:t>
            </a:r>
            <a:r>
              <a:rPr lang="en-US" dirty="0">
                <a:ea typeface="+mn-lt"/>
                <a:cs typeface="+mn-lt"/>
              </a:rPr>
              <a:t> à </a:t>
            </a:r>
            <a:r>
              <a:rPr lang="en-US">
                <a:ea typeface="+mn-lt"/>
                <a:cs typeface="+mn-lt"/>
              </a:rPr>
              <a:t>caractère</a:t>
            </a:r>
            <a:r>
              <a:rPr lang="en-US" dirty="0">
                <a:ea typeface="+mn-lt"/>
                <a:cs typeface="+mn-lt"/>
              </a:rPr>
              <a:t> pratique et </a:t>
            </a:r>
            <a:r>
              <a:rPr lang="en-US">
                <a:ea typeface="+mn-lt"/>
                <a:cs typeface="+mn-lt"/>
              </a:rPr>
              <a:t>concret</a:t>
            </a:r>
            <a:endParaRPr lang="en-US"/>
          </a:p>
          <a:p>
            <a:pPr>
              <a:buClr>
                <a:srgbClr val="000000"/>
              </a:buClr>
              <a:buFont typeface="Arial"/>
            </a:pPr>
            <a:r>
              <a:rPr lang="en-US">
                <a:ea typeface="+mn-lt"/>
                <a:cs typeface="+mn-lt"/>
              </a:rPr>
              <a:t>Problématique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clairement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identifiée</a:t>
            </a:r>
            <a:endParaRPr lang="en-US"/>
          </a:p>
          <a:p>
            <a:pPr>
              <a:buClr>
                <a:srgbClr val="000000"/>
              </a:buClr>
              <a:buFont typeface="Arial"/>
            </a:pPr>
            <a:r>
              <a:rPr lang="en-US">
                <a:ea typeface="+mn-lt"/>
                <a:cs typeface="+mn-lt"/>
              </a:rPr>
              <a:t>Approche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orientée</a:t>
            </a:r>
            <a:r>
              <a:rPr lang="en-US" dirty="0">
                <a:ea typeface="+mn-lt"/>
                <a:cs typeface="+mn-lt"/>
              </a:rPr>
              <a:t> solution</a:t>
            </a:r>
            <a:endParaRPr lang="en-US" dirty="0"/>
          </a:p>
          <a:p>
            <a:pPr>
              <a:buClr>
                <a:srgbClr val="000000"/>
              </a:buClr>
              <a:buFont typeface="Arial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626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F1E851-CD33-4DE3-B862-1D439E2BB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ADB259-0435-2868-D6B8-D310176FE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592" y="914399"/>
            <a:ext cx="4787709" cy="1447801"/>
          </a:xfrm>
        </p:spPr>
        <p:txBody>
          <a:bodyPr anchor="b">
            <a:normAutofit/>
          </a:bodyPr>
          <a:lstStyle/>
          <a:p>
            <a:r>
              <a:rPr lang="en-US">
                <a:ea typeface="+mj-lt"/>
                <a:cs typeface="+mj-lt"/>
              </a:rPr>
              <a:t>COMMUNICATION ÉCRITE (TFE)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A6DFC-2435-8B4B-71E3-11FBB1E97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92" y="2884869"/>
            <a:ext cx="4787710" cy="332543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>
                <a:ea typeface="+mn-lt"/>
                <a:cs typeface="+mn-lt"/>
              </a:rPr>
              <a:t>Points positifs :</a:t>
            </a:r>
            <a:endParaRPr lang="en-US" sz="1700"/>
          </a:p>
          <a:p>
            <a:pPr>
              <a:lnSpc>
                <a:spcPct val="110000"/>
              </a:lnSpc>
              <a:buClr>
                <a:srgbClr val="000000"/>
              </a:buClr>
            </a:pPr>
            <a:r>
              <a:rPr lang="en-US" sz="1700">
                <a:ea typeface="+mn-lt"/>
                <a:cs typeface="+mn-lt"/>
              </a:rPr>
              <a:t>Objectif du projet rapidement compréhensible</a:t>
            </a:r>
            <a:endParaRPr lang="en-US" sz="1700"/>
          </a:p>
          <a:p>
            <a:pPr>
              <a:lnSpc>
                <a:spcPct val="110000"/>
              </a:lnSpc>
              <a:buClr>
                <a:srgbClr val="000000"/>
              </a:buClr>
            </a:pPr>
            <a:r>
              <a:rPr lang="en-US" sz="1700">
                <a:ea typeface="+mn-lt"/>
                <a:cs typeface="+mn-lt"/>
              </a:rPr>
              <a:t>Structure simple et lisible</a:t>
            </a:r>
            <a:endParaRPr lang="en-US" sz="1700"/>
          </a:p>
          <a:p>
            <a:pPr>
              <a:lnSpc>
                <a:spcPct val="110000"/>
              </a:lnSpc>
              <a:buClr>
                <a:srgbClr val="000000"/>
              </a:buClr>
            </a:pPr>
            <a:r>
              <a:rPr lang="en-US" sz="1700">
                <a:ea typeface="+mn-lt"/>
                <a:cs typeface="+mn-lt"/>
              </a:rPr>
              <a:t>Langage clair et direct</a:t>
            </a:r>
            <a:endParaRPr lang="en-US" sz="1700"/>
          </a:p>
          <a:p>
            <a:pPr marL="0" indent="0">
              <a:lnSpc>
                <a:spcPct val="110000"/>
              </a:lnSpc>
              <a:buClr>
                <a:srgbClr val="000000"/>
              </a:buClr>
              <a:buNone/>
            </a:pPr>
            <a:r>
              <a:rPr lang="en-US" sz="1700" b="1">
                <a:ea typeface="+mn-lt"/>
                <a:cs typeface="+mn-lt"/>
              </a:rPr>
              <a:t>Points négatifs :</a:t>
            </a:r>
            <a:endParaRPr lang="en-US" sz="1700"/>
          </a:p>
          <a:p>
            <a:pPr>
              <a:lnSpc>
                <a:spcPct val="110000"/>
              </a:lnSpc>
              <a:buClr>
                <a:srgbClr val="000000"/>
              </a:buClr>
            </a:pPr>
            <a:r>
              <a:rPr lang="en-US" sz="1700">
                <a:ea typeface="+mn-lt"/>
                <a:cs typeface="+mn-lt"/>
              </a:rPr>
              <a:t>Approfondissement parfois limité</a:t>
            </a:r>
            <a:endParaRPr lang="en-US" sz="1700"/>
          </a:p>
          <a:p>
            <a:pPr>
              <a:lnSpc>
                <a:spcPct val="110000"/>
              </a:lnSpc>
              <a:buClr>
                <a:srgbClr val="000000"/>
              </a:buClr>
            </a:pPr>
            <a:r>
              <a:rPr lang="en-US" sz="1700">
                <a:ea typeface="+mn-lt"/>
                <a:cs typeface="+mn-lt"/>
              </a:rPr>
              <a:t>Mise en page perfectible</a:t>
            </a:r>
            <a:endParaRPr lang="en-US" sz="1700"/>
          </a:p>
          <a:p>
            <a:pPr>
              <a:lnSpc>
                <a:spcPct val="110000"/>
              </a:lnSpc>
              <a:buClr>
                <a:srgbClr val="000000"/>
              </a:buClr>
            </a:pPr>
            <a:r>
              <a:rPr lang="en-US" sz="1700">
                <a:ea typeface="+mn-lt"/>
                <a:cs typeface="+mn-lt"/>
              </a:rPr>
              <a:t>Moins de rigueur formelle</a:t>
            </a:r>
            <a:endParaRPr lang="en-US" sz="1700"/>
          </a:p>
          <a:p>
            <a:pPr>
              <a:lnSpc>
                <a:spcPct val="110000"/>
              </a:lnSpc>
              <a:buClr>
                <a:srgbClr val="000000"/>
              </a:buClr>
            </a:pPr>
            <a:endParaRPr lang="en-US" sz="1700"/>
          </a:p>
        </p:txBody>
      </p:sp>
      <p:pic>
        <p:nvPicPr>
          <p:cNvPr id="7" name="Graphic 6" descr="Pied de page">
            <a:extLst>
              <a:ext uri="{FF2B5EF4-FFF2-40B4-BE49-F238E27FC236}">
                <a16:creationId xmlns:a16="http://schemas.microsoft.com/office/drawing/2014/main" id="{7568826F-1E1A-5F0D-EEA1-3E7F975C5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1287" y="817493"/>
            <a:ext cx="5223013" cy="522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203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6038B-22D8-1D98-DB35-D3B273FBF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1" y="914400"/>
            <a:ext cx="3424329" cy="2067859"/>
          </a:xfrm>
        </p:spPr>
        <p:txBody>
          <a:bodyPr anchor="t">
            <a:normAutofit/>
          </a:bodyPr>
          <a:lstStyle/>
          <a:p>
            <a:r>
              <a:rPr lang="en-US" sz="2700">
                <a:ea typeface="+mj-lt"/>
                <a:cs typeface="+mj-lt"/>
              </a:rPr>
              <a:t>COMMUNICATION VISUELLE / ORALE</a:t>
            </a:r>
            <a:endParaRPr lang="en-US" sz="2700"/>
          </a:p>
        </p:txBody>
      </p:sp>
      <p:pic>
        <p:nvPicPr>
          <p:cNvPr id="7" name="Graphic 6" descr="Commentaires urgents">
            <a:extLst>
              <a:ext uri="{FF2B5EF4-FFF2-40B4-BE49-F238E27FC236}">
                <a16:creationId xmlns:a16="http://schemas.microsoft.com/office/drawing/2014/main" id="{DAB82A8F-7D69-B16A-AB48-E65AE56ED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951" y="3288432"/>
            <a:ext cx="2655168" cy="265516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A83D6-36B3-CA42-7E87-099B71AC2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6244" y="914400"/>
            <a:ext cx="6361355" cy="50292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Points positifs :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>
                <a:ea typeface="+mn-lt"/>
                <a:cs typeface="+mn-lt"/>
              </a:rPr>
              <a:t>Présentation dynamique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>
                <a:ea typeface="+mn-lt"/>
                <a:cs typeface="+mn-lt"/>
              </a:rPr>
              <a:t>Message principal bien identifié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>
                <a:ea typeface="+mn-lt"/>
                <a:cs typeface="+mn-lt"/>
              </a:rPr>
              <a:t>Supports compréhensibles</a:t>
            </a:r>
            <a:endParaRPr lang="en-US"/>
          </a:p>
          <a:p>
            <a:pPr marL="0" indent="0">
              <a:buClr>
                <a:srgbClr val="000000"/>
              </a:buClr>
              <a:buNone/>
            </a:pPr>
            <a:r>
              <a:rPr lang="en-US" b="1">
                <a:ea typeface="+mn-lt"/>
                <a:cs typeface="+mn-lt"/>
              </a:rPr>
              <a:t>Points négatifs :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>
                <a:ea typeface="+mn-lt"/>
                <a:cs typeface="+mn-lt"/>
              </a:rPr>
              <a:t>Hiérarchie de l’information perfectible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>
                <a:ea typeface="+mn-lt"/>
                <a:cs typeface="+mn-lt"/>
              </a:rPr>
              <a:t>Manque d’un fil conducteur clair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>
                <a:ea typeface="+mn-lt"/>
                <a:cs typeface="+mn-lt"/>
              </a:rPr>
              <a:t>Visuels parfois sous-exploités</a:t>
            </a:r>
            <a:endParaRPr lang="en-US"/>
          </a:p>
          <a:p>
            <a:pPr>
              <a:buClr>
                <a:srgbClr val="000000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755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4D251-62F9-C8C1-C937-E236E1302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74508-F393-43FC-1990-8DB2AF4BB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ANALYSE DE LA VIDÉO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3B7B4-ABE1-A5D4-A7EA-4C2DB9514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buNone/>
            </a:pPr>
            <a:r>
              <a:rPr lang="en-US" b="1" dirty="0">
                <a:ea typeface="+mn-lt"/>
                <a:cs typeface="+mn-lt"/>
              </a:rPr>
              <a:t>Points </a:t>
            </a:r>
            <a:r>
              <a:rPr lang="en-US" b="1" dirty="0" err="1">
                <a:ea typeface="+mn-lt"/>
                <a:cs typeface="+mn-lt"/>
              </a:rPr>
              <a:t>positifs</a:t>
            </a:r>
            <a:r>
              <a:rPr lang="en-US" b="1" dirty="0">
                <a:ea typeface="+mn-lt"/>
                <a:cs typeface="+mn-lt"/>
              </a:rPr>
              <a:t> :</a:t>
            </a:r>
            <a:endParaRPr lang="en-US" dirty="0">
              <a:ea typeface="+mn-lt"/>
              <a:cs typeface="+mn-lt"/>
            </a:endParaRPr>
          </a:p>
          <a:p>
            <a:pPr>
              <a:buClr>
                <a:srgbClr val="000000"/>
              </a:buClr>
              <a:buFont typeface="Arial"/>
            </a:pPr>
            <a:r>
              <a:rPr lang="en-US" dirty="0" err="1">
                <a:ea typeface="+mn-lt"/>
                <a:cs typeface="+mn-lt"/>
              </a:rPr>
              <a:t>Présentation</a:t>
            </a:r>
            <a:r>
              <a:rPr lang="en-US" dirty="0">
                <a:ea typeface="+mn-lt"/>
                <a:cs typeface="+mn-lt"/>
              </a:rPr>
              <a:t> plus </a:t>
            </a:r>
            <a:r>
              <a:rPr lang="en-US" dirty="0" err="1">
                <a:ea typeface="+mn-lt"/>
                <a:cs typeface="+mn-lt"/>
              </a:rPr>
              <a:t>vivante</a:t>
            </a:r>
          </a:p>
          <a:p>
            <a:pPr>
              <a:buClr>
                <a:srgbClr val="000000"/>
              </a:buClr>
              <a:buFont typeface="Arial"/>
            </a:pPr>
            <a:r>
              <a:rPr lang="en-US" dirty="0">
                <a:ea typeface="+mn-lt"/>
                <a:cs typeface="+mn-lt"/>
              </a:rPr>
              <a:t>Intention de </a:t>
            </a:r>
            <a:r>
              <a:rPr lang="en-US" dirty="0" err="1">
                <a:ea typeface="+mn-lt"/>
                <a:cs typeface="+mn-lt"/>
              </a:rPr>
              <a:t>vulgarisation</a:t>
            </a:r>
            <a:r>
              <a:rPr lang="en-US" dirty="0">
                <a:ea typeface="+mn-lt"/>
                <a:cs typeface="+mn-lt"/>
              </a:rPr>
              <a:t> perceptible</a:t>
            </a:r>
          </a:p>
          <a:p>
            <a:pPr>
              <a:buClr>
                <a:srgbClr val="000000"/>
              </a:buClr>
              <a:buFont typeface="Arial"/>
            </a:pPr>
            <a:r>
              <a:rPr lang="en-US" dirty="0">
                <a:ea typeface="+mn-lt"/>
                <a:cs typeface="+mn-lt"/>
              </a:rPr>
              <a:t>Message principal </a:t>
            </a:r>
            <a:r>
              <a:rPr lang="en-US" dirty="0" err="1">
                <a:ea typeface="+mn-lt"/>
                <a:cs typeface="+mn-lt"/>
              </a:rPr>
              <a:t>compréhensible</a:t>
            </a:r>
          </a:p>
          <a:p>
            <a:pPr>
              <a:buClr>
                <a:srgbClr val="000000"/>
              </a:buClr>
              <a:buFont typeface="Arial"/>
            </a:pPr>
            <a:r>
              <a:rPr lang="en-US">
                <a:ea typeface="+mn-lt"/>
                <a:cs typeface="+mn-lt"/>
              </a:rPr>
              <a:t>Ton plus accessible</a:t>
            </a:r>
          </a:p>
          <a:p>
            <a:pPr indent="0">
              <a:buNone/>
            </a:pPr>
            <a:r>
              <a:rPr lang="en-US" b="1" dirty="0">
                <a:ea typeface="+mn-lt"/>
                <a:cs typeface="+mn-lt"/>
              </a:rPr>
              <a:t>Points </a:t>
            </a:r>
            <a:r>
              <a:rPr lang="en-US" b="1" dirty="0" err="1">
                <a:ea typeface="+mn-lt"/>
                <a:cs typeface="+mn-lt"/>
              </a:rPr>
              <a:t>négatifs</a:t>
            </a:r>
            <a:r>
              <a:rPr lang="en-US" b="1" dirty="0">
                <a:ea typeface="+mn-lt"/>
                <a:cs typeface="+mn-lt"/>
              </a:rPr>
              <a:t> :</a:t>
            </a:r>
            <a:endParaRPr lang="en-US" dirty="0">
              <a:ea typeface="+mn-lt"/>
              <a:cs typeface="+mn-lt"/>
            </a:endParaRPr>
          </a:p>
          <a:p>
            <a:pPr>
              <a:buClr>
                <a:srgbClr val="000000"/>
              </a:buClr>
              <a:buFont typeface="Arial"/>
            </a:pPr>
            <a:r>
              <a:rPr lang="en-US" dirty="0">
                <a:ea typeface="+mn-lt"/>
                <a:cs typeface="+mn-lt"/>
              </a:rPr>
              <a:t>Structure </a:t>
            </a:r>
            <a:r>
              <a:rPr lang="en-US" dirty="0" err="1">
                <a:ea typeface="+mn-lt"/>
                <a:cs typeface="+mn-lt"/>
              </a:rPr>
              <a:t>parfois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moins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claire</a:t>
            </a:r>
            <a:r>
              <a:rPr lang="en-US" dirty="0">
                <a:ea typeface="+mn-lt"/>
                <a:cs typeface="+mn-lt"/>
              </a:rPr>
              <a:t> à </a:t>
            </a:r>
            <a:r>
              <a:rPr lang="en-US" dirty="0" err="1">
                <a:ea typeface="+mn-lt"/>
                <a:cs typeface="+mn-lt"/>
              </a:rPr>
              <a:t>l’oral</a:t>
            </a:r>
          </a:p>
          <a:p>
            <a:pPr>
              <a:buClr>
                <a:srgbClr val="000000"/>
              </a:buClr>
              <a:buFont typeface="Arial"/>
            </a:pPr>
            <a:r>
              <a:rPr lang="en-US" dirty="0">
                <a:ea typeface="+mn-lt"/>
                <a:cs typeface="+mn-lt"/>
              </a:rPr>
              <a:t>Transitions </a:t>
            </a:r>
            <a:r>
              <a:rPr lang="en-US" dirty="0" err="1">
                <a:ea typeface="+mn-lt"/>
                <a:cs typeface="+mn-lt"/>
              </a:rPr>
              <a:t>perfectibles</a:t>
            </a:r>
          </a:p>
          <a:p>
            <a:pPr>
              <a:buClr>
                <a:srgbClr val="000000"/>
              </a:buClr>
              <a:buFont typeface="Arial"/>
            </a:pPr>
            <a:r>
              <a:rPr lang="en-US" dirty="0">
                <a:ea typeface="+mn-lt"/>
                <a:cs typeface="+mn-lt"/>
              </a:rPr>
              <a:t>Gestion du temps et du </a:t>
            </a:r>
            <a:r>
              <a:rPr lang="en-US" dirty="0" err="1">
                <a:ea typeface="+mn-lt"/>
                <a:cs typeface="+mn-lt"/>
              </a:rPr>
              <a:t>rythme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inégale</a:t>
            </a:r>
          </a:p>
          <a:p>
            <a:pPr>
              <a:buClr>
                <a:srgbClr val="000000"/>
              </a:buClr>
              <a:buFont typeface="Arial"/>
            </a:pPr>
            <a:r>
              <a:rPr lang="en-US" dirty="0">
                <a:ea typeface="+mn-lt"/>
                <a:cs typeface="+mn-lt"/>
              </a:rPr>
              <a:t>Manque de </a:t>
            </a:r>
            <a:r>
              <a:rPr lang="en-US" dirty="0" err="1">
                <a:ea typeface="+mn-lt"/>
                <a:cs typeface="+mn-lt"/>
              </a:rPr>
              <a:t>synthèse</a:t>
            </a:r>
            <a:r>
              <a:rPr lang="en-US" dirty="0">
                <a:ea typeface="+mn-lt"/>
                <a:cs typeface="+mn-lt"/>
              </a:rPr>
              <a:t> finale forte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Clr>
                <a:srgbClr val="000000"/>
              </a:buClr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Clr>
                <a:srgbClr val="000000"/>
              </a:buClr>
              <a:buNone/>
            </a:pPr>
            <a:endParaRPr lang="en-US"/>
          </a:p>
          <a:p>
            <a:pPr marL="0" indent="0">
              <a:buClr>
                <a:srgbClr val="000000"/>
              </a:buClr>
              <a:buNone/>
            </a:pPr>
            <a:endParaRPr lang="en-US" dirty="0"/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DE397149-6376-9C9E-BE59-A9BFED0751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2767050"/>
              </p:ext>
            </p:extLst>
          </p:nvPr>
        </p:nvGraphicFramePr>
        <p:xfrm>
          <a:off x="5402171" y="2806700"/>
          <a:ext cx="6112355" cy="340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9092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F1E851-CD33-4DE3-B862-1D439E2BB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3C22C2-554C-C18D-6374-A0471A08D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592" y="914399"/>
            <a:ext cx="9512110" cy="1447801"/>
          </a:xfrm>
        </p:spPr>
        <p:txBody>
          <a:bodyPr anchor="b">
            <a:normAutofit/>
          </a:bodyPr>
          <a:lstStyle/>
          <a:p>
            <a:r>
              <a:rPr lang="en-US">
                <a:ea typeface="+mj-lt"/>
                <a:cs typeface="+mj-lt"/>
              </a:rPr>
              <a:t>COMMUNICATION GLOBALE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0474A-5057-2A63-32AA-1AEF44669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91" y="2884869"/>
            <a:ext cx="4801998" cy="305873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Communication accessible et orientée solution</a:t>
            </a:r>
            <a:endParaRPr lang="en-US" sz="1700"/>
          </a:p>
          <a:p>
            <a:pPr>
              <a:lnSpc>
                <a:spcPct val="110000"/>
              </a:lnSpc>
              <a:buClr>
                <a:srgbClr val="000000"/>
              </a:buClr>
            </a:pPr>
            <a:r>
              <a:rPr lang="en-US" sz="1700">
                <a:ea typeface="+mn-lt"/>
                <a:cs typeface="+mn-lt"/>
              </a:rPr>
              <a:t>Bon équilibre entre technique et compréhension</a:t>
            </a:r>
            <a:endParaRPr lang="en-US" sz="1700"/>
          </a:p>
          <a:p>
            <a:pPr>
              <a:lnSpc>
                <a:spcPct val="110000"/>
              </a:lnSpc>
              <a:buClr>
                <a:srgbClr val="000000"/>
              </a:buClr>
            </a:pPr>
            <a:r>
              <a:rPr lang="en-US" sz="1700">
                <a:ea typeface="+mn-lt"/>
                <a:cs typeface="+mn-lt"/>
              </a:rPr>
              <a:t>Peut gagner en professionnalisation</a:t>
            </a:r>
            <a:endParaRPr lang="en-US" sz="1700"/>
          </a:p>
          <a:p>
            <a:pPr marL="0" indent="0">
              <a:lnSpc>
                <a:spcPct val="110000"/>
              </a:lnSpc>
              <a:buClr>
                <a:srgbClr val="000000"/>
              </a:buClr>
              <a:buNone/>
            </a:pPr>
            <a:endParaRPr lang="en-US" sz="1700">
              <a:ea typeface="+mn-lt"/>
              <a:cs typeface="+mn-lt"/>
            </a:endParaRPr>
          </a:p>
          <a:p>
            <a:pPr marL="0" indent="0">
              <a:lnSpc>
                <a:spcPct val="110000"/>
              </a:lnSpc>
              <a:buClr>
                <a:srgbClr val="000000"/>
              </a:buClr>
              <a:buNone/>
            </a:pPr>
            <a:r>
              <a:rPr lang="en-US" sz="1700" b="1">
                <a:ea typeface="+mn-lt"/>
                <a:cs typeface="+mn-lt"/>
              </a:rPr>
              <a:t>Conclusion étudiant 2 :</a:t>
            </a:r>
            <a:endParaRPr lang="en-US" sz="1700"/>
          </a:p>
          <a:p>
            <a:pPr>
              <a:lnSpc>
                <a:spcPct val="110000"/>
              </a:lnSpc>
              <a:buClr>
                <a:srgbClr val="000000"/>
              </a:buClr>
            </a:pPr>
            <a:r>
              <a:rPr lang="en-US" sz="1700">
                <a:ea typeface="+mn-lt"/>
                <a:cs typeface="+mn-lt"/>
              </a:rPr>
              <a:t>Communication efficace mais perfectible sur la forme</a:t>
            </a:r>
            <a:endParaRPr lang="en-US" sz="1700"/>
          </a:p>
          <a:p>
            <a:pPr>
              <a:lnSpc>
                <a:spcPct val="110000"/>
              </a:lnSpc>
              <a:buClr>
                <a:srgbClr val="000000"/>
              </a:buClr>
            </a:pPr>
            <a:endParaRPr lang="en-US" sz="1700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BD111563-A083-7578-FC30-4397F79F69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3299" y="2743200"/>
            <a:ext cx="3200401" cy="320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135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F1E851-CD33-4DE3-B862-1D439E2BB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A01635-424A-5809-8A3A-E7D135540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592" y="914399"/>
            <a:ext cx="9512110" cy="1447801"/>
          </a:xfrm>
        </p:spPr>
        <p:txBody>
          <a:bodyPr anchor="b">
            <a:normAutofit/>
          </a:bodyPr>
          <a:lstStyle/>
          <a:p>
            <a:r>
              <a:rPr lang="en-US">
                <a:ea typeface="+mj-lt"/>
                <a:cs typeface="+mj-lt"/>
              </a:rPr>
              <a:t>ÉTUDIANT 3 — FRÉDÉRIC LEJEUNE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9D2B5-1081-A57A-A950-2A88E1813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91" y="2884869"/>
            <a:ext cx="4801998" cy="305873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PRÉSENTATION GÉNÉRALE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 dirty="0" err="1">
                <a:ea typeface="+mn-lt"/>
                <a:cs typeface="+mn-lt"/>
              </a:rPr>
              <a:t>Profil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orienté</a:t>
            </a:r>
            <a:r>
              <a:rPr lang="en-US" dirty="0">
                <a:ea typeface="+mn-lt"/>
                <a:cs typeface="+mn-lt"/>
              </a:rPr>
              <a:t> communication</a:t>
            </a:r>
            <a:endParaRPr lang="en-US" dirty="0"/>
          </a:p>
          <a:p>
            <a:pPr>
              <a:buClr>
                <a:srgbClr val="000000"/>
              </a:buClr>
            </a:pPr>
            <a:r>
              <a:rPr lang="en-US" dirty="0" err="1">
                <a:ea typeface="+mn-lt"/>
                <a:cs typeface="+mn-lt"/>
              </a:rPr>
              <a:t>Présentation</a:t>
            </a:r>
            <a:r>
              <a:rPr lang="en-US" dirty="0">
                <a:ea typeface="+mn-lt"/>
                <a:cs typeface="+mn-lt"/>
              </a:rPr>
              <a:t> très </a:t>
            </a:r>
            <a:r>
              <a:rPr lang="en-US" dirty="0" err="1">
                <a:ea typeface="+mn-lt"/>
                <a:cs typeface="+mn-lt"/>
              </a:rPr>
              <a:t>travaillée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visuellement</a:t>
            </a:r>
            <a:endParaRPr lang="en-US" dirty="0" err="1"/>
          </a:p>
          <a:p>
            <a:pPr>
              <a:buClr>
                <a:srgbClr val="000000"/>
              </a:buClr>
            </a:pPr>
            <a:r>
              <a:rPr lang="en-US" dirty="0" err="1">
                <a:ea typeface="+mn-lt"/>
                <a:cs typeface="+mn-lt"/>
              </a:rPr>
              <a:t>Volonté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claire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capter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l’attention</a:t>
            </a:r>
            <a:endParaRPr lang="en-US" dirty="0" err="1"/>
          </a:p>
          <a:p>
            <a:pPr>
              <a:buClr>
                <a:srgbClr val="000000"/>
              </a:buClr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4576B3-2FD0-331F-190E-857EB5F6F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700" y="2886076"/>
            <a:ext cx="5181600" cy="2914649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64064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CAFEDC9-01F4-403B-9CC2-619E67A6C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23E99B-F479-BC64-4D3B-BD4B9F7B2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1551" y="914400"/>
            <a:ext cx="6166047" cy="1451035"/>
          </a:xfrm>
        </p:spPr>
        <p:txBody>
          <a:bodyPr anchor="b">
            <a:normAutofit/>
          </a:bodyPr>
          <a:lstStyle/>
          <a:p>
            <a:r>
              <a:rPr lang="en-US">
                <a:ea typeface="+mj-lt"/>
                <a:cs typeface="+mj-lt"/>
              </a:rPr>
              <a:t>COMMUNICATION VISUELLE / ORALE</a:t>
            </a:r>
            <a:endParaRPr lang="en-US"/>
          </a:p>
        </p:txBody>
      </p:sp>
      <p:pic>
        <p:nvPicPr>
          <p:cNvPr id="7" name="Graphic 6" descr="Avertissement">
            <a:extLst>
              <a:ext uri="{FF2B5EF4-FFF2-40B4-BE49-F238E27FC236}">
                <a16:creationId xmlns:a16="http://schemas.microsoft.com/office/drawing/2014/main" id="{79FA0FD4-D004-E62F-3DB9-2AC3D5DA9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716741"/>
            <a:ext cx="3424518" cy="342451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14E64-D81D-0FF5-62DE-A1A8D1E01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1552" y="2861187"/>
            <a:ext cx="6166047" cy="334911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>
                <a:ea typeface="+mn-lt"/>
                <a:cs typeface="+mn-lt"/>
              </a:rPr>
              <a:t>Points positifs :</a:t>
            </a:r>
            <a:endParaRPr lang="en-US" sz="1700"/>
          </a:p>
          <a:p>
            <a:pPr>
              <a:lnSpc>
                <a:spcPct val="110000"/>
              </a:lnSpc>
              <a:buClr>
                <a:srgbClr val="000000"/>
              </a:buClr>
            </a:pPr>
            <a:r>
              <a:rPr lang="en-US" sz="1700">
                <a:ea typeface="+mn-lt"/>
                <a:cs typeface="+mn-lt"/>
              </a:rPr>
              <a:t>Slides visuellement attractifs</a:t>
            </a:r>
            <a:endParaRPr lang="en-US" sz="1700"/>
          </a:p>
          <a:p>
            <a:pPr>
              <a:lnSpc>
                <a:spcPct val="110000"/>
              </a:lnSpc>
              <a:buClr>
                <a:srgbClr val="000000"/>
              </a:buClr>
            </a:pPr>
            <a:r>
              <a:rPr lang="en-US" sz="1700">
                <a:ea typeface="+mn-lt"/>
                <a:cs typeface="+mn-lt"/>
              </a:rPr>
              <a:t>Utilisation pertinente d’images</a:t>
            </a:r>
            <a:endParaRPr lang="en-US" sz="1700"/>
          </a:p>
          <a:p>
            <a:pPr>
              <a:lnSpc>
                <a:spcPct val="110000"/>
              </a:lnSpc>
              <a:buClr>
                <a:srgbClr val="000000"/>
              </a:buClr>
            </a:pPr>
            <a:r>
              <a:rPr lang="en-US" sz="1700">
                <a:ea typeface="+mn-lt"/>
                <a:cs typeface="+mn-lt"/>
              </a:rPr>
              <a:t>Présentation engageante</a:t>
            </a:r>
            <a:endParaRPr lang="en-US" sz="1700"/>
          </a:p>
          <a:p>
            <a:pPr marL="0" indent="0">
              <a:lnSpc>
                <a:spcPct val="110000"/>
              </a:lnSpc>
              <a:buClr>
                <a:srgbClr val="000000"/>
              </a:buClr>
              <a:buNone/>
            </a:pPr>
            <a:r>
              <a:rPr lang="en-US" sz="1700" b="1">
                <a:ea typeface="+mn-lt"/>
                <a:cs typeface="+mn-lt"/>
              </a:rPr>
              <a:t>Points négatifs :</a:t>
            </a:r>
            <a:endParaRPr lang="en-US" sz="1700"/>
          </a:p>
          <a:p>
            <a:pPr>
              <a:lnSpc>
                <a:spcPct val="110000"/>
              </a:lnSpc>
              <a:buClr>
                <a:srgbClr val="000000"/>
              </a:buClr>
            </a:pPr>
            <a:r>
              <a:rPr lang="en-US" sz="1700">
                <a:ea typeface="+mn-lt"/>
                <a:cs typeface="+mn-lt"/>
              </a:rPr>
              <a:t>Risque de surcharge visuelle</a:t>
            </a:r>
            <a:endParaRPr lang="en-US" sz="1700"/>
          </a:p>
          <a:p>
            <a:pPr>
              <a:lnSpc>
                <a:spcPct val="110000"/>
              </a:lnSpc>
              <a:buClr>
                <a:srgbClr val="000000"/>
              </a:buClr>
            </a:pPr>
            <a:r>
              <a:rPr lang="en-US" sz="1700">
                <a:ea typeface="+mn-lt"/>
                <a:cs typeface="+mn-lt"/>
              </a:rPr>
              <a:t>Message parfois dilué</a:t>
            </a:r>
            <a:endParaRPr lang="en-US" sz="1700"/>
          </a:p>
          <a:p>
            <a:pPr>
              <a:lnSpc>
                <a:spcPct val="110000"/>
              </a:lnSpc>
              <a:buClr>
                <a:srgbClr val="000000"/>
              </a:buClr>
            </a:pPr>
            <a:r>
              <a:rPr lang="en-US" sz="1700">
                <a:ea typeface="+mn-lt"/>
                <a:cs typeface="+mn-lt"/>
              </a:rPr>
              <a:t>Contenu moins approfondi</a:t>
            </a:r>
            <a:endParaRPr lang="en-US" sz="1700"/>
          </a:p>
          <a:p>
            <a:pPr>
              <a:lnSpc>
                <a:spcPct val="110000"/>
              </a:lnSpc>
              <a:buClr>
                <a:srgbClr val="000000"/>
              </a:buClr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424453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9F1E851-CD33-4DE3-B862-1D439E2BB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60EF65-B6C6-EC30-576B-116DCF577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592" y="914400"/>
            <a:ext cx="5901573" cy="1447801"/>
          </a:xfrm>
        </p:spPr>
        <p:txBody>
          <a:bodyPr anchor="b">
            <a:normAutofit/>
          </a:bodyPr>
          <a:lstStyle/>
          <a:p>
            <a:r>
              <a:rPr lang="en-US">
                <a:ea typeface="+mj-lt"/>
                <a:cs typeface="+mj-lt"/>
              </a:rPr>
              <a:t>COMMUNICATION ÉCRITE / DIGITALE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4D74B-4587-B011-451F-8547F5FAD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91" y="2884868"/>
            <a:ext cx="5901574" cy="311789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b="1">
                <a:ea typeface="+mn-lt"/>
                <a:cs typeface="+mn-lt"/>
              </a:rPr>
              <a:t>Points positifs :</a:t>
            </a:r>
            <a:endParaRPr lang="en-US" sz="1900"/>
          </a:p>
          <a:p>
            <a:pPr>
              <a:lnSpc>
                <a:spcPct val="110000"/>
              </a:lnSpc>
              <a:buClr>
                <a:srgbClr val="000000"/>
              </a:buClr>
            </a:pPr>
            <a:r>
              <a:rPr lang="en-US" sz="1900">
                <a:ea typeface="+mn-lt"/>
                <a:cs typeface="+mn-lt"/>
              </a:rPr>
              <a:t>Bonne cohérence graphique</a:t>
            </a:r>
            <a:endParaRPr lang="en-US" sz="1900"/>
          </a:p>
          <a:p>
            <a:pPr>
              <a:lnSpc>
                <a:spcPct val="110000"/>
              </a:lnSpc>
              <a:buClr>
                <a:srgbClr val="000000"/>
              </a:buClr>
            </a:pPr>
            <a:r>
              <a:rPr lang="en-US" sz="1900">
                <a:ea typeface="+mn-lt"/>
                <a:cs typeface="+mn-lt"/>
              </a:rPr>
              <a:t>Mise en valeur du parcours</a:t>
            </a:r>
            <a:endParaRPr lang="en-US" sz="1900"/>
          </a:p>
          <a:p>
            <a:pPr>
              <a:lnSpc>
                <a:spcPct val="110000"/>
              </a:lnSpc>
              <a:buClr>
                <a:srgbClr val="000000"/>
              </a:buClr>
            </a:pPr>
            <a:r>
              <a:rPr lang="en-US" sz="1900">
                <a:ea typeface="+mn-lt"/>
                <a:cs typeface="+mn-lt"/>
              </a:rPr>
              <a:t>Approche moderne</a:t>
            </a:r>
            <a:endParaRPr lang="en-US" sz="1900"/>
          </a:p>
          <a:p>
            <a:pPr marL="0" indent="0">
              <a:lnSpc>
                <a:spcPct val="110000"/>
              </a:lnSpc>
              <a:buClr>
                <a:srgbClr val="000000"/>
              </a:buClr>
              <a:buNone/>
            </a:pPr>
            <a:r>
              <a:rPr lang="en-US" sz="1900" b="1">
                <a:ea typeface="+mn-lt"/>
                <a:cs typeface="+mn-lt"/>
              </a:rPr>
              <a:t>Points négatifs :</a:t>
            </a:r>
            <a:endParaRPr lang="en-US" sz="1900"/>
          </a:p>
          <a:p>
            <a:pPr>
              <a:lnSpc>
                <a:spcPct val="110000"/>
              </a:lnSpc>
              <a:buClr>
                <a:srgbClr val="000000"/>
              </a:buClr>
            </a:pPr>
            <a:r>
              <a:rPr lang="en-US" sz="1900">
                <a:ea typeface="+mn-lt"/>
                <a:cs typeface="+mn-lt"/>
              </a:rPr>
              <a:t>Priorité donnée à la forme</a:t>
            </a:r>
            <a:endParaRPr lang="en-US" sz="1900"/>
          </a:p>
          <a:p>
            <a:pPr>
              <a:lnSpc>
                <a:spcPct val="110000"/>
              </a:lnSpc>
              <a:buClr>
                <a:srgbClr val="000000"/>
              </a:buClr>
            </a:pPr>
            <a:r>
              <a:rPr lang="en-US" sz="1900">
                <a:ea typeface="+mn-lt"/>
                <a:cs typeface="+mn-lt"/>
              </a:rPr>
              <a:t>Moins de détails techniques</a:t>
            </a:r>
            <a:endParaRPr lang="en-US" sz="1900"/>
          </a:p>
          <a:p>
            <a:pPr>
              <a:lnSpc>
                <a:spcPct val="110000"/>
              </a:lnSpc>
              <a:buClr>
                <a:srgbClr val="000000"/>
              </a:buClr>
            </a:pPr>
            <a:endParaRPr lang="en-US" sz="1900"/>
          </a:p>
        </p:txBody>
      </p:sp>
      <p:pic>
        <p:nvPicPr>
          <p:cNvPr id="7" name="Graphic 6" descr="Questionnaire">
            <a:extLst>
              <a:ext uri="{FF2B5EF4-FFF2-40B4-BE49-F238E27FC236}">
                <a16:creationId xmlns:a16="http://schemas.microsoft.com/office/drawing/2014/main" id="{1AB804AB-FCA9-6FE5-055A-2A68860C1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5125" y="1482762"/>
            <a:ext cx="3892475" cy="389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599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ED02B-AF5B-3535-AE5E-CE8D57119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ANALYSE DU SITE WEB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3EBA9-5258-0A22-9B1C-7DED44CE3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Points </a:t>
            </a:r>
            <a:r>
              <a:rPr lang="en-US" b="1" dirty="0" err="1">
                <a:ea typeface="+mn-lt"/>
                <a:cs typeface="+mn-lt"/>
              </a:rPr>
              <a:t>positifs</a:t>
            </a:r>
            <a:r>
              <a:rPr lang="en-US" b="1" dirty="0">
                <a:ea typeface="+mn-lt"/>
                <a:cs typeface="+mn-lt"/>
              </a:rPr>
              <a:t> :</a:t>
            </a:r>
            <a:endParaRPr lang="en-US" dirty="0"/>
          </a:p>
          <a:p>
            <a:pPr>
              <a:buClr>
                <a:srgbClr val="000000"/>
              </a:buClr>
            </a:pPr>
            <a:r>
              <a:rPr lang="en-US" dirty="0">
                <a:ea typeface="+mn-lt"/>
                <a:cs typeface="+mn-lt"/>
              </a:rPr>
              <a:t>Design </a:t>
            </a:r>
            <a:r>
              <a:rPr lang="en-US" dirty="0" err="1">
                <a:ea typeface="+mn-lt"/>
                <a:cs typeface="+mn-lt"/>
              </a:rPr>
              <a:t>moderne</a:t>
            </a:r>
            <a:r>
              <a:rPr lang="en-US" dirty="0">
                <a:ea typeface="+mn-lt"/>
                <a:cs typeface="+mn-lt"/>
              </a:rPr>
              <a:t> et soigné</a:t>
            </a:r>
            <a:endParaRPr lang="en-US" dirty="0"/>
          </a:p>
          <a:p>
            <a:pPr>
              <a:buClr>
                <a:srgbClr val="000000"/>
              </a:buClr>
            </a:pPr>
            <a:r>
              <a:rPr lang="en-US">
                <a:ea typeface="+mn-lt"/>
                <a:cs typeface="+mn-lt"/>
              </a:rPr>
              <a:t>Navigation simple et intuitive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 dirty="0" err="1">
                <a:ea typeface="+mn-lt"/>
                <a:cs typeface="+mn-lt"/>
              </a:rPr>
              <a:t>Identité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visuelle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cohérente</a:t>
            </a:r>
            <a:endParaRPr lang="en-US" dirty="0" err="1"/>
          </a:p>
          <a:p>
            <a:pPr>
              <a:buClr>
                <a:srgbClr val="000000"/>
              </a:buClr>
            </a:pPr>
            <a:r>
              <a:rPr lang="en-US" dirty="0">
                <a:ea typeface="+mn-lt"/>
                <a:cs typeface="+mn-lt"/>
              </a:rPr>
              <a:t>Mise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valeur</a:t>
            </a:r>
            <a:r>
              <a:rPr lang="en-US" dirty="0">
                <a:ea typeface="+mn-lt"/>
                <a:cs typeface="+mn-lt"/>
              </a:rPr>
              <a:t> du </a:t>
            </a:r>
            <a:r>
              <a:rPr lang="en-US" dirty="0" err="1">
                <a:ea typeface="+mn-lt"/>
                <a:cs typeface="+mn-lt"/>
              </a:rPr>
              <a:t>parcours</a:t>
            </a:r>
            <a:r>
              <a:rPr lang="en-US" dirty="0">
                <a:ea typeface="+mn-lt"/>
                <a:cs typeface="+mn-lt"/>
              </a:rPr>
              <a:t> personnel</a:t>
            </a:r>
            <a:endParaRPr lang="en-US" dirty="0"/>
          </a:p>
          <a:p>
            <a:pPr marL="0" indent="0">
              <a:buClr>
                <a:srgbClr val="000000"/>
              </a:buClr>
              <a:buNone/>
            </a:pPr>
            <a:r>
              <a:rPr lang="en-US" b="1" dirty="0">
                <a:ea typeface="+mn-lt"/>
                <a:cs typeface="+mn-lt"/>
              </a:rPr>
              <a:t>Points </a:t>
            </a:r>
            <a:r>
              <a:rPr lang="en-US" b="1" dirty="0" err="1">
                <a:ea typeface="+mn-lt"/>
                <a:cs typeface="+mn-lt"/>
              </a:rPr>
              <a:t>négatifs</a:t>
            </a:r>
            <a:r>
              <a:rPr lang="en-US" b="1" dirty="0">
                <a:ea typeface="+mn-lt"/>
                <a:cs typeface="+mn-lt"/>
              </a:rPr>
              <a:t> :</a:t>
            </a:r>
            <a:endParaRPr lang="en-US" dirty="0"/>
          </a:p>
          <a:p>
            <a:pPr>
              <a:buClr>
                <a:srgbClr val="000000"/>
              </a:buClr>
            </a:pPr>
            <a:r>
              <a:rPr lang="en-US" dirty="0" err="1">
                <a:ea typeface="+mn-lt"/>
                <a:cs typeface="+mn-lt"/>
              </a:rPr>
              <a:t>Contenu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parfois</a:t>
            </a:r>
            <a:r>
              <a:rPr lang="en-US" dirty="0">
                <a:ea typeface="+mn-lt"/>
                <a:cs typeface="+mn-lt"/>
              </a:rPr>
              <a:t> plus </a:t>
            </a:r>
            <a:r>
              <a:rPr lang="en-US" dirty="0" err="1">
                <a:ea typeface="+mn-lt"/>
                <a:cs typeface="+mn-lt"/>
              </a:rPr>
              <a:t>descriptif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démonstratif</a:t>
            </a:r>
            <a:endParaRPr lang="en-US" dirty="0" err="1"/>
          </a:p>
          <a:p>
            <a:pPr>
              <a:buClr>
                <a:srgbClr val="000000"/>
              </a:buClr>
            </a:pPr>
            <a:r>
              <a:rPr lang="en-US" dirty="0">
                <a:ea typeface="+mn-lt"/>
                <a:cs typeface="+mn-lt"/>
              </a:rPr>
              <a:t>Manque de </a:t>
            </a:r>
            <a:r>
              <a:rPr lang="en-US" dirty="0" err="1">
                <a:ea typeface="+mn-lt"/>
                <a:cs typeface="+mn-lt"/>
              </a:rPr>
              <a:t>profondeur</a:t>
            </a:r>
            <a:r>
              <a:rPr lang="en-US" dirty="0">
                <a:ea typeface="+mn-lt"/>
                <a:cs typeface="+mn-lt"/>
              </a:rPr>
              <a:t> sur </a:t>
            </a:r>
            <a:r>
              <a:rPr lang="en-US" dirty="0" err="1">
                <a:ea typeface="+mn-lt"/>
                <a:cs typeface="+mn-lt"/>
              </a:rPr>
              <a:t>certains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projets</a:t>
            </a:r>
            <a:endParaRPr lang="en-US" dirty="0" err="1"/>
          </a:p>
          <a:p>
            <a:pPr>
              <a:buClr>
                <a:srgbClr val="000000"/>
              </a:buClr>
            </a:pPr>
            <a:r>
              <a:rPr lang="en-US" dirty="0" err="1">
                <a:ea typeface="+mn-lt"/>
                <a:cs typeface="+mn-lt"/>
              </a:rPr>
              <a:t>Priorité</a:t>
            </a:r>
            <a:r>
              <a:rPr lang="en-US" dirty="0">
                <a:ea typeface="+mn-lt"/>
                <a:cs typeface="+mn-lt"/>
              </a:rPr>
              <a:t> donnée à la </a:t>
            </a:r>
            <a:r>
              <a:rPr lang="en-US" dirty="0" err="1">
                <a:ea typeface="+mn-lt"/>
                <a:cs typeface="+mn-lt"/>
              </a:rPr>
              <a:t>forme</a:t>
            </a:r>
            <a:r>
              <a:rPr lang="en-US" dirty="0">
                <a:ea typeface="+mn-lt"/>
                <a:cs typeface="+mn-lt"/>
              </a:rPr>
              <a:t> sur </a:t>
            </a:r>
            <a:r>
              <a:rPr lang="en-US" dirty="0" err="1">
                <a:ea typeface="+mn-lt"/>
                <a:cs typeface="+mn-lt"/>
              </a:rPr>
              <a:t>l’argumentation</a:t>
            </a:r>
            <a:endParaRPr lang="en-US" dirty="0" err="1"/>
          </a:p>
          <a:p>
            <a:pPr marL="0" indent="0">
              <a:buClr>
                <a:srgbClr val="000000"/>
              </a:buClr>
              <a:buNone/>
            </a:pP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9C87E9B-BE11-C3BC-E77D-96CE221ACA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2851156"/>
              </p:ext>
            </p:extLst>
          </p:nvPr>
        </p:nvGraphicFramePr>
        <p:xfrm>
          <a:off x="6214971" y="2006600"/>
          <a:ext cx="5312255" cy="284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5656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FBBD1-DED1-1D06-3C3D-FC57D519D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1" y="914400"/>
            <a:ext cx="3424329" cy="2067859"/>
          </a:xfrm>
        </p:spPr>
        <p:txBody>
          <a:bodyPr anchor="t">
            <a:normAutofit/>
          </a:bodyPr>
          <a:lstStyle/>
          <a:p>
            <a:r>
              <a:rPr lang="en-US" sz="2700">
                <a:ea typeface="+mj-lt"/>
                <a:cs typeface="+mj-lt"/>
              </a:rPr>
              <a:t>COMMUNICATION GLOBALE</a:t>
            </a:r>
            <a:endParaRPr lang="en-US" sz="2700"/>
          </a:p>
        </p:txBody>
      </p:sp>
      <p:pic>
        <p:nvPicPr>
          <p:cNvPr id="7" name="Graphic 6" descr="Communications">
            <a:extLst>
              <a:ext uri="{FF2B5EF4-FFF2-40B4-BE49-F238E27FC236}">
                <a16:creationId xmlns:a16="http://schemas.microsoft.com/office/drawing/2014/main" id="{E389EA70-D548-B1D1-F755-C71F88C36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951" y="3288432"/>
            <a:ext cx="2655168" cy="265516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E0907-3965-CD10-32C9-B0DEF2915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6244" y="914400"/>
            <a:ext cx="6361355" cy="50292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ea typeface="+mn-lt"/>
                <a:cs typeface="+mn-lt"/>
              </a:rPr>
              <a:t>Communication impactante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>
                <a:ea typeface="+mn-lt"/>
                <a:cs typeface="+mn-lt"/>
              </a:rPr>
              <a:t>Forte identité visuelle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>
                <a:ea typeface="+mn-lt"/>
                <a:cs typeface="+mn-lt"/>
              </a:rPr>
              <a:t>Efficace pour capter l’attention</a:t>
            </a:r>
            <a:endParaRPr lang="en-US"/>
          </a:p>
          <a:p>
            <a:pPr marL="0" indent="0">
              <a:buClr>
                <a:srgbClr val="000000"/>
              </a:buClr>
              <a:buNone/>
            </a:pPr>
            <a:endParaRPr lang="en-US">
              <a:ea typeface="+mn-lt"/>
              <a:cs typeface="+mn-lt"/>
            </a:endParaRPr>
          </a:p>
          <a:p>
            <a:pPr marL="0" indent="0">
              <a:buClr>
                <a:srgbClr val="000000"/>
              </a:buClr>
              <a:buNone/>
            </a:pPr>
            <a:r>
              <a:rPr lang="en-US" b="1">
                <a:ea typeface="+mn-lt"/>
                <a:cs typeface="+mn-lt"/>
              </a:rPr>
              <a:t>Conclusion étudiant 3 :</a:t>
            </a:r>
            <a:endParaRPr lang="en-US"/>
          </a:p>
          <a:p>
            <a:pPr>
              <a:buClr>
                <a:srgbClr val="000000"/>
              </a:buClr>
            </a:pPr>
            <a:r>
              <a:rPr lang="en-US">
                <a:ea typeface="+mn-lt"/>
                <a:cs typeface="+mn-lt"/>
              </a:rPr>
              <a:t>Communication très orientée image et impact</a:t>
            </a:r>
            <a:endParaRPr lang="en-US"/>
          </a:p>
          <a:p>
            <a:pPr>
              <a:buClr>
                <a:srgbClr val="000000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231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F1E851-CD33-4DE3-B862-1D439E2BB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684112-0AD2-BEF8-4236-E68BF6A35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592" y="914399"/>
            <a:ext cx="4787709" cy="1447801"/>
          </a:xfrm>
        </p:spPr>
        <p:txBody>
          <a:bodyPr anchor="b">
            <a:normAutofit/>
          </a:bodyPr>
          <a:lstStyle/>
          <a:p>
            <a:r>
              <a:rPr lang="en-US">
                <a:ea typeface="+mj-lt"/>
                <a:cs typeface="+mj-lt"/>
              </a:rPr>
              <a:t>COMPARAISON GLOBALE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14F18-0FFC-7276-5910-EF25A64BA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92" y="2884869"/>
            <a:ext cx="4787710" cy="332543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Trois </a:t>
            </a:r>
            <a:r>
              <a:rPr lang="en-US">
                <a:ea typeface="+mn-lt"/>
                <a:cs typeface="+mn-lt"/>
              </a:rPr>
              <a:t>approches</a:t>
            </a:r>
            <a:r>
              <a:rPr lang="en-US" dirty="0">
                <a:ea typeface="+mn-lt"/>
                <a:cs typeface="+mn-lt"/>
              </a:rPr>
              <a:t> très </a:t>
            </a:r>
            <a:r>
              <a:rPr lang="en-US">
                <a:ea typeface="+mn-lt"/>
                <a:cs typeface="+mn-lt"/>
              </a:rPr>
              <a:t>différentes</a:t>
            </a:r>
            <a:endParaRPr lang="en-US" dirty="0">
              <a:ea typeface="+mn-lt"/>
              <a:cs typeface="+mn-lt"/>
            </a:endParaRPr>
          </a:p>
          <a:p>
            <a:pPr>
              <a:buClr>
                <a:srgbClr val="000000"/>
              </a:buClr>
            </a:pPr>
            <a:r>
              <a:rPr lang="en-US" dirty="0">
                <a:ea typeface="+mn-lt"/>
                <a:cs typeface="+mn-lt"/>
              </a:rPr>
              <a:t>Technique / pratique / </a:t>
            </a:r>
            <a:r>
              <a:rPr lang="en-US">
                <a:ea typeface="+mn-lt"/>
                <a:cs typeface="+mn-lt"/>
              </a:rPr>
              <a:t>visuelle</a:t>
            </a:r>
            <a:endParaRPr lang="en-US" dirty="0">
              <a:ea typeface="+mn-lt"/>
              <a:cs typeface="+mn-lt"/>
            </a:endParaRPr>
          </a:p>
          <a:p>
            <a:pPr>
              <a:buClr>
                <a:srgbClr val="000000"/>
              </a:buClr>
            </a:pPr>
            <a:r>
              <a:rPr lang="en-US">
                <a:ea typeface="+mn-lt"/>
                <a:cs typeface="+mn-lt"/>
              </a:rPr>
              <a:t>Aucun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modèle</a:t>
            </a:r>
            <a:r>
              <a:rPr lang="en-US" dirty="0">
                <a:ea typeface="+mn-lt"/>
                <a:cs typeface="+mn-lt"/>
              </a:rPr>
              <a:t> unique</a:t>
            </a:r>
          </a:p>
          <a:p>
            <a:pPr>
              <a:buClr>
                <a:srgbClr val="000000"/>
              </a:buClr>
            </a:pPr>
            <a:r>
              <a:rPr lang="en-US" dirty="0">
                <a:ea typeface="+mn-lt"/>
                <a:cs typeface="+mn-lt"/>
              </a:rPr>
              <a:t>Importance de </a:t>
            </a:r>
            <a:r>
              <a:rPr lang="en-US">
                <a:ea typeface="+mn-lt"/>
                <a:cs typeface="+mn-lt"/>
              </a:rPr>
              <a:t>l’adaptation</a:t>
            </a:r>
            <a:r>
              <a:rPr lang="en-US" dirty="0">
                <a:ea typeface="+mn-lt"/>
                <a:cs typeface="+mn-lt"/>
              </a:rPr>
              <a:t> au public</a:t>
            </a:r>
          </a:p>
        </p:txBody>
      </p:sp>
      <p:pic>
        <p:nvPicPr>
          <p:cNvPr id="4" name="Graphic 3" descr="Fenêtre de navigateur avec un remplissage uni">
            <a:extLst>
              <a:ext uri="{FF2B5EF4-FFF2-40B4-BE49-F238E27FC236}">
                <a16:creationId xmlns:a16="http://schemas.microsoft.com/office/drawing/2014/main" id="{9FAF0198-25C3-11BA-3156-AB5EF0ABC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1287" y="817493"/>
            <a:ext cx="5223013" cy="522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154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90E1A7D-E37F-4622-979D-188B434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BC51AC-6E35-605B-4423-5D42F6BA0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914399"/>
            <a:ext cx="8396345" cy="892885"/>
          </a:xfrm>
        </p:spPr>
        <p:txBody>
          <a:bodyPr anchor="b">
            <a:normAutofit/>
          </a:bodyPr>
          <a:lstStyle/>
          <a:p>
            <a:r>
              <a:rPr lang="en-US" sz="2800">
                <a:ea typeface="+mj-lt"/>
                <a:cs typeface="+mj-lt"/>
              </a:rPr>
              <a:t>REGARD PERSONNEL</a:t>
            </a:r>
            <a:endParaRPr lang="en-US" sz="2800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F46B069E-F8C3-F323-6277-AD26D88075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6670854"/>
              </p:ext>
            </p:extLst>
          </p:nvPr>
        </p:nvGraphicFramePr>
        <p:xfrm>
          <a:off x="652463" y="2635624"/>
          <a:ext cx="10891837" cy="3574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6476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F1E851-CD33-4DE3-B862-1D439E2BB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9B6F90-3A3D-32C4-D811-E7B048F72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592" y="914399"/>
            <a:ext cx="4787709" cy="1447801"/>
          </a:xfrm>
        </p:spPr>
        <p:txBody>
          <a:bodyPr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800">
                <a:ea typeface="+mj-lt"/>
                <a:cs typeface="+mj-lt"/>
              </a:rPr>
              <a:t>L’IMPACT DU SUPPORT SUR LE MESSAGE</a:t>
            </a:r>
            <a:endParaRPr lang="en-US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E5175-9D4F-DECB-33FD-BC54134AB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92" y="2884869"/>
            <a:ext cx="4787710" cy="332543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Le </a:t>
            </a:r>
            <a:r>
              <a:rPr lang="en-US" dirty="0" err="1">
                <a:ea typeface="+mn-lt"/>
                <a:cs typeface="+mn-lt"/>
              </a:rPr>
              <a:t>même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projet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peut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être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perçu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différemment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selon</a:t>
            </a:r>
            <a:r>
              <a:rPr lang="en-US" dirty="0">
                <a:ea typeface="+mn-lt"/>
                <a:cs typeface="+mn-lt"/>
              </a:rPr>
              <a:t> le support</a:t>
            </a:r>
          </a:p>
          <a:p>
            <a:pPr>
              <a:buClr>
                <a:srgbClr val="000000"/>
              </a:buClr>
            </a:pPr>
            <a:r>
              <a:rPr lang="en-US" dirty="0">
                <a:ea typeface="+mn-lt"/>
                <a:cs typeface="+mn-lt"/>
              </a:rPr>
              <a:t>La </a:t>
            </a:r>
            <a:r>
              <a:rPr lang="en-US" dirty="0" err="1">
                <a:ea typeface="+mn-lt"/>
                <a:cs typeface="+mn-lt"/>
              </a:rPr>
              <a:t>vidéo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humanise</a:t>
            </a:r>
            <a:r>
              <a:rPr lang="en-US" dirty="0">
                <a:ea typeface="+mn-lt"/>
                <a:cs typeface="+mn-lt"/>
              </a:rPr>
              <a:t> le message</a:t>
            </a:r>
          </a:p>
          <a:p>
            <a:pPr>
              <a:buClr>
                <a:srgbClr val="000000"/>
              </a:buClr>
            </a:pPr>
            <a:r>
              <a:rPr lang="en-US" dirty="0">
                <a:ea typeface="+mn-lt"/>
                <a:cs typeface="+mn-lt"/>
              </a:rPr>
              <a:t>Le site web </a:t>
            </a:r>
            <a:r>
              <a:rPr lang="en-US" dirty="0" err="1">
                <a:ea typeface="+mn-lt"/>
                <a:cs typeface="+mn-lt"/>
              </a:rPr>
              <a:t>renforce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l’image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professionnelle</a:t>
            </a:r>
          </a:p>
          <a:p>
            <a:pPr>
              <a:buClr>
                <a:srgbClr val="000000"/>
              </a:buClr>
            </a:pPr>
            <a:r>
              <a:rPr lang="en-US" dirty="0">
                <a:ea typeface="+mn-lt"/>
                <a:cs typeface="+mn-lt"/>
              </a:rPr>
              <a:t>La </a:t>
            </a:r>
            <a:r>
              <a:rPr lang="en-US" dirty="0" err="1">
                <a:ea typeface="+mn-lt"/>
                <a:cs typeface="+mn-lt"/>
              </a:rPr>
              <a:t>cohérence</a:t>
            </a:r>
            <a:r>
              <a:rPr lang="en-US" dirty="0">
                <a:ea typeface="+mn-lt"/>
                <a:cs typeface="+mn-lt"/>
              </a:rPr>
              <a:t> entre supports est </a:t>
            </a:r>
            <a:r>
              <a:rPr lang="en-US" dirty="0" err="1">
                <a:ea typeface="+mn-lt"/>
                <a:cs typeface="+mn-lt"/>
              </a:rPr>
              <a:t>essentielle</a:t>
            </a:r>
          </a:p>
          <a:p>
            <a:pPr marL="0" indent="0">
              <a:buClr>
                <a:srgbClr val="000000"/>
              </a:buClr>
              <a:buNone/>
            </a:pPr>
            <a:endParaRPr lang="en-US" dirty="0"/>
          </a:p>
        </p:txBody>
      </p:sp>
      <p:pic>
        <p:nvPicPr>
          <p:cNvPr id="7" name="Graphic 6" descr="Intégration">
            <a:extLst>
              <a:ext uri="{FF2B5EF4-FFF2-40B4-BE49-F238E27FC236}">
                <a16:creationId xmlns:a16="http://schemas.microsoft.com/office/drawing/2014/main" id="{B770BB88-864E-24C8-EC1B-CDB5CF99C1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1287" y="817493"/>
            <a:ext cx="5223013" cy="522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0552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56980C8-BD66-4F9D-B57F-FD47067EA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3555C9-CC8F-F529-5CF9-CC9B973F5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1" y="2899186"/>
            <a:ext cx="4102509" cy="3044414"/>
          </a:xfrm>
        </p:spPr>
        <p:txBody>
          <a:bodyPr anchor="b">
            <a:normAutofit/>
          </a:bodyPr>
          <a:lstStyle/>
          <a:p>
            <a:r>
              <a:rPr lang="en-US" sz="4400">
                <a:ea typeface="+mj-lt"/>
                <a:cs typeface="+mj-lt"/>
              </a:rPr>
              <a:t>CONCLUSION</a:t>
            </a:r>
            <a:endParaRPr lang="en-US" sz="4400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529BA95B-0263-2F05-B121-B7356A500E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7514813"/>
              </p:ext>
            </p:extLst>
          </p:nvPr>
        </p:nvGraphicFramePr>
        <p:xfrm>
          <a:off x="5943600" y="622300"/>
          <a:ext cx="5595938" cy="5321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8762866"/>
      </p:ext>
    </p:extLst>
  </p:cSld>
  <p:clrMapOvr>
    <a:masterClrMapping/>
  </p:clrMapOvr>
</p:sld>
</file>

<file path=ppt/theme/theme1.xml><?xml version="1.0" encoding="utf-8"?>
<a:theme xmlns:a="http://schemas.openxmlformats.org/drawingml/2006/main" name="CitationVTI">
  <a:themeElements>
    <a:clrScheme name="Citation">
      <a:dk1>
        <a:sysClr val="windowText" lastClr="000000"/>
      </a:dk1>
      <a:lt1>
        <a:sysClr val="window" lastClr="FFFFFF"/>
      </a:lt1>
      <a:dk2>
        <a:srgbClr val="01375D"/>
      </a:dk2>
      <a:lt2>
        <a:srgbClr val="F3F2EF"/>
      </a:lt2>
      <a:accent1>
        <a:srgbClr val="29A3D2"/>
      </a:accent1>
      <a:accent2>
        <a:srgbClr val="0669AC"/>
      </a:accent2>
      <a:accent3>
        <a:srgbClr val="FD891C"/>
      </a:accent3>
      <a:accent4>
        <a:srgbClr val="FD6927"/>
      </a:accent4>
      <a:accent5>
        <a:srgbClr val="F95131"/>
      </a:accent5>
      <a:accent6>
        <a:srgbClr val="CE5FAE"/>
      </a:accent6>
      <a:hlink>
        <a:srgbClr val="0F8EC1"/>
      </a:hlink>
      <a:folHlink>
        <a:srgbClr val="DC6400"/>
      </a:folHlink>
    </a:clrScheme>
    <a:fontScheme name="Grandview">
      <a:majorFont>
        <a:latin typeface="Grandview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tationVTI" id="{4899D957-8B31-4AB5-A19D-CB0353FFB667}" vid="{430294D6-2412-4BD3-B567-F0976EA4931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CitationVTI</vt:lpstr>
      <vt:lpstr>Analyse de la communication professionnelle  Études de cas : anciens étudiants EPHEC</vt:lpstr>
      <vt:lpstr>CONTEXTE &amp; OBJECTIF</vt:lpstr>
      <vt:lpstr>MÉTHODOLOGIE D’ANALYSE</vt:lpstr>
      <vt:lpstr>ÉTUDIANT 1 — GUILLAUME CAMBIER</vt:lpstr>
      <vt:lpstr>COMMUNICATION ÉCRITE (TFE)</vt:lpstr>
      <vt:lpstr>COMMUNICATION VISUELLE / ORALE</vt:lpstr>
      <vt:lpstr>ANALYSE DE LA VIDÉO</vt:lpstr>
      <vt:lpstr>COMMUNICATION GLOBALE</vt:lpstr>
      <vt:lpstr>ÉTUDIANT 2 — RODOLFO CROSBY</vt:lpstr>
      <vt:lpstr>COMMUNICATION ÉCRITE (TFE)</vt:lpstr>
      <vt:lpstr>COMMUNICATION VISUELLE / ORALE</vt:lpstr>
      <vt:lpstr>ANALYSE DE LA VIDÉO</vt:lpstr>
      <vt:lpstr>COMMUNICATION GLOBALE</vt:lpstr>
      <vt:lpstr>ÉTUDIANT 3 — FRÉDÉRIC LEJEUNE</vt:lpstr>
      <vt:lpstr>COMMUNICATION VISUELLE / ORALE</vt:lpstr>
      <vt:lpstr>COMMUNICATION ÉCRITE / DIGITALE</vt:lpstr>
      <vt:lpstr>ANALYSE DU SITE WEB</vt:lpstr>
      <vt:lpstr>COMMUNICATION GLOBALE</vt:lpstr>
      <vt:lpstr>COMPARAISON GLOBALE</vt:lpstr>
      <vt:lpstr>REGARD PERSONNEL</vt:lpstr>
      <vt:lpstr>L’IMPACT DU SUPPORT SUR LE MESSAGE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242</cp:revision>
  <dcterms:created xsi:type="dcterms:W3CDTF">2025-12-29T21:03:11Z</dcterms:created>
  <dcterms:modified xsi:type="dcterms:W3CDTF">2025-12-29T23:59:18Z</dcterms:modified>
</cp:coreProperties>
</file>